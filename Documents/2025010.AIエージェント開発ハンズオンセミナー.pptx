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removePersonalInfoOnSave="1" embedTrueTypeFonts="1" saveSubsetFonts="1">
  <p:sldMasterIdLst>
    <p:sldMasterId id="2147483680" r:id="rId1"/>
  </p:sldMasterIdLst>
  <p:notesMasterIdLst>
    <p:notesMasterId r:id="rId51"/>
  </p:notesMasterIdLst>
  <p:handoutMasterIdLst>
    <p:handoutMasterId r:id="rId52"/>
  </p:handoutMasterIdLst>
  <p:sldIdLst>
    <p:sldId id="2142" r:id="rId2"/>
    <p:sldId id="324" r:id="rId3"/>
    <p:sldId id="2002" r:id="rId4"/>
    <p:sldId id="2001" r:id="rId5"/>
    <p:sldId id="2015" r:id="rId6"/>
    <p:sldId id="2121" r:id="rId7"/>
    <p:sldId id="2018" r:id="rId8"/>
    <p:sldId id="2010" r:id="rId9"/>
    <p:sldId id="2115" r:id="rId10"/>
    <p:sldId id="2004" r:id="rId11"/>
    <p:sldId id="2040" r:id="rId12"/>
    <p:sldId id="2027" r:id="rId13"/>
    <p:sldId id="2087" r:id="rId14"/>
    <p:sldId id="2136" r:id="rId15"/>
    <p:sldId id="2089" r:id="rId16"/>
    <p:sldId id="2137" r:id="rId17"/>
    <p:sldId id="2135" r:id="rId18"/>
    <p:sldId id="2100" r:id="rId19"/>
    <p:sldId id="2037" r:id="rId20"/>
    <p:sldId id="2079" r:id="rId21"/>
    <p:sldId id="2064" r:id="rId22"/>
    <p:sldId id="2083" r:id="rId23"/>
    <p:sldId id="2082" r:id="rId24"/>
    <p:sldId id="2086" r:id="rId25"/>
    <p:sldId id="2123" r:id="rId26"/>
    <p:sldId id="2125" r:id="rId27"/>
    <p:sldId id="2128" r:id="rId28"/>
    <p:sldId id="2126" r:id="rId29"/>
    <p:sldId id="2130" r:id="rId30"/>
    <p:sldId id="2131" r:id="rId31"/>
    <p:sldId id="2129" r:id="rId32"/>
    <p:sldId id="2080" r:id="rId33"/>
    <p:sldId id="2081" r:id="rId34"/>
    <p:sldId id="2068" r:id="rId35"/>
    <p:sldId id="2105" r:id="rId36"/>
    <p:sldId id="2106" r:id="rId37"/>
    <p:sldId id="2066" r:id="rId38"/>
    <p:sldId id="2139" r:id="rId39"/>
    <p:sldId id="2132" r:id="rId40"/>
    <p:sldId id="2133" r:id="rId41"/>
    <p:sldId id="2134" r:id="rId42"/>
    <p:sldId id="2120" r:id="rId43"/>
    <p:sldId id="2117" r:id="rId44"/>
    <p:sldId id="2118" r:id="rId45"/>
    <p:sldId id="2145" r:id="rId46"/>
    <p:sldId id="2140" r:id="rId47"/>
    <p:sldId id="2144" r:id="rId48"/>
    <p:sldId id="2141" r:id="rId49"/>
    <p:sldId id="2143" r:id="rId50"/>
  </p:sldIdLst>
  <p:sldSz cx="12192000" cy="6858000"/>
  <p:notesSz cx="6858000" cy="9144000"/>
  <p:embeddedFontLst>
    <p:embeddedFont>
      <p:font typeface="BIZ UDPゴシック" panose="020B0400000000000000" pitchFamily="50" charset="-128"/>
      <p:regular r:id="rId53"/>
      <p:bold r:id="rId54"/>
    </p:embeddedFont>
    <p:embeddedFont>
      <p:font typeface="Wingdings 3" panose="05040102010807070707" pitchFamily="18" charset="2"/>
      <p:regular r:id="rId55"/>
    </p:embeddedFont>
    <p:embeddedFont>
      <p:font typeface="游ゴシック" panose="020B0400000000000000" pitchFamily="50" charset="-128"/>
      <p:regular r:id="rId56"/>
      <p:bold r:id="rId5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78" userDrawn="1">
          <p15:clr>
            <a:srgbClr val="A4A3A4"/>
          </p15:clr>
        </p15:guide>
        <p15:guide id="2" pos="279" userDrawn="1">
          <p15:clr>
            <a:srgbClr val="A4A3A4"/>
          </p15:clr>
        </p15:guide>
        <p15:guide id="3" orient="horz" pos="3362"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F3FD"/>
    <a:srgbClr val="000000"/>
    <a:srgbClr val="F6F9FC"/>
    <a:srgbClr val="0C0C0C"/>
    <a:srgbClr val="050F1E"/>
    <a:srgbClr val="B0C6E1"/>
    <a:srgbClr val="FFFFFF"/>
    <a:srgbClr val="EBEAE6"/>
    <a:srgbClr val="213957"/>
    <a:srgbClr val="51525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テーマ スタイル 2 - アクセント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38B1855-1B75-4FBE-930C-398BA8C253C6}" styleName="テーマ スタイル 2 - アクセント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中間スタイル 4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中間スタイル 4 - アクセント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中間スタイル 4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中間スタイル 4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93D81CF-94F2-401A-BA57-92F5A7B2D0C5}" styleName="スタイル (中間)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44" autoAdjust="0"/>
    <p:restoredTop sz="86780" autoAdjust="0"/>
  </p:normalViewPr>
  <p:slideViewPr>
    <p:cSldViewPr snapToGrid="0">
      <p:cViewPr varScale="1">
        <p:scale>
          <a:sx n="58" d="100"/>
          <a:sy n="58" d="100"/>
        </p:scale>
        <p:origin x="18" y="178"/>
      </p:cViewPr>
      <p:guideLst>
        <p:guide orient="horz" pos="278"/>
        <p:guide pos="279"/>
        <p:guide orient="horz" pos="3362"/>
      </p:guideLst>
    </p:cSldViewPr>
  </p:slideViewPr>
  <p:notesTextViewPr>
    <p:cViewPr>
      <p:scale>
        <a:sx n="125" d="100"/>
        <a:sy n="125" d="100"/>
      </p:scale>
      <p:origin x="0" y="0"/>
    </p:cViewPr>
  </p:notesTextViewPr>
  <p:sorterViewPr>
    <p:cViewPr varScale="1">
      <p:scale>
        <a:sx n="1" d="1"/>
        <a:sy n="1" d="1"/>
      </p:scale>
      <p:origin x="0" y="0"/>
    </p:cViewPr>
  </p:sorterViewPr>
  <p:notesViewPr>
    <p:cSldViewPr snapToGrid="0">
      <p:cViewPr varScale="1">
        <p:scale>
          <a:sx n="85" d="100"/>
          <a:sy n="85" d="100"/>
        </p:scale>
        <p:origin x="380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font" Target="fonts/font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1.fntdata"/><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0B77924-FC00-4619-8CCA-E53D968AE81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11100701-6B00-4B70-9E32-D47E9630D71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99A0413-DC9B-4B43-AACC-DED842BB2B62}" type="datetimeFigureOut">
              <a:rPr kumimoji="1" lang="ja-JP" altLang="en-US" smtClean="0"/>
              <a:t>2025/10/20</a:t>
            </a:fld>
            <a:endParaRPr kumimoji="1" lang="ja-JP" altLang="en-US"/>
          </a:p>
        </p:txBody>
      </p:sp>
      <p:sp>
        <p:nvSpPr>
          <p:cNvPr id="4" name="フッター プレースホルダー 3">
            <a:extLst>
              <a:ext uri="{FF2B5EF4-FFF2-40B4-BE49-F238E27FC236}">
                <a16:creationId xmlns:a16="http://schemas.microsoft.com/office/drawing/2014/main" id="{D635FA5A-D030-41A7-8D07-9D7D3FC16FE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9A33CC67-8786-4BD8-8E31-637DC3A7117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1E14788-61C1-40BD-A100-933F47171E74}" type="slidenum">
              <a:rPr kumimoji="1" lang="ja-JP" altLang="en-US" smtClean="0"/>
              <a:t>‹#›</a:t>
            </a:fld>
            <a:endParaRPr kumimoji="1" lang="ja-JP" altLang="en-US"/>
          </a:p>
        </p:txBody>
      </p:sp>
    </p:spTree>
    <p:extLst>
      <p:ext uri="{BB962C8B-B14F-4D97-AF65-F5344CB8AC3E}">
        <p14:creationId xmlns:p14="http://schemas.microsoft.com/office/powerpoint/2010/main" val="2798868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9D4A84-8111-4BF5-A60D-7431DAC34157}" type="datetimeFigureOut">
              <a:rPr kumimoji="1" lang="ja-JP" altLang="en-US" smtClean="0"/>
              <a:t>2025/10/20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F4807B-DE33-4619-A013-C265E21AF23D}" type="slidenum">
              <a:rPr kumimoji="1" lang="ja-JP" altLang="en-US" smtClean="0"/>
              <a:t>‹#›</a:t>
            </a:fld>
            <a:endParaRPr kumimoji="1" lang="ja-JP" altLang="en-US"/>
          </a:p>
        </p:txBody>
      </p:sp>
    </p:spTree>
    <p:extLst>
      <p:ext uri="{BB962C8B-B14F-4D97-AF65-F5344CB8AC3E}">
        <p14:creationId xmlns:p14="http://schemas.microsoft.com/office/powerpoint/2010/main" val="35841605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B99C72AE-2B16-47A7-A31D-02E25B7E3949}" type="slidenum">
              <a:rPr kumimoji="1" lang="ja-JP" altLang="en-US" smtClean="0"/>
              <a:t>1</a:t>
            </a:fld>
            <a:endParaRPr kumimoji="1" lang="ja-JP" altLang="en-US"/>
          </a:p>
        </p:txBody>
      </p:sp>
    </p:spTree>
    <p:extLst>
      <p:ext uri="{BB962C8B-B14F-4D97-AF65-F5344CB8AC3E}">
        <p14:creationId xmlns:p14="http://schemas.microsoft.com/office/powerpoint/2010/main" val="15767632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764A4-65F7-7C51-21BF-2B4492FD336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7EC98B0-0316-A7B5-39B3-FA4CDE29DE1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35892E9-E684-5DC8-FF7F-E82BA816930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027AC40-F0EE-9A33-300B-B247E0DDBF49}"/>
              </a:ext>
            </a:extLst>
          </p:cNvPr>
          <p:cNvSpPr>
            <a:spLocks noGrp="1"/>
          </p:cNvSpPr>
          <p:nvPr>
            <p:ph type="sldNum" sz="quarter" idx="5"/>
          </p:nvPr>
        </p:nvSpPr>
        <p:spPr/>
        <p:txBody>
          <a:bodyPr/>
          <a:lstStyle/>
          <a:p>
            <a:fld id="{69F4807B-DE33-4619-A013-C265E21AF23D}" type="slidenum">
              <a:rPr kumimoji="1" lang="ja-JP" altLang="en-US" smtClean="0"/>
              <a:t>12</a:t>
            </a:fld>
            <a:endParaRPr kumimoji="1" lang="ja-JP" altLang="en-US"/>
          </a:p>
        </p:txBody>
      </p:sp>
    </p:spTree>
    <p:extLst>
      <p:ext uri="{BB962C8B-B14F-4D97-AF65-F5344CB8AC3E}">
        <p14:creationId xmlns:p14="http://schemas.microsoft.com/office/powerpoint/2010/main" val="37941603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6045-FB0D-93BB-21A1-73A53E571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A2B37C-DFE1-417C-D9AE-A7B70EF726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D0178C-F842-026A-DACE-58E233C1EA5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194D8C9-1B1D-6549-5E28-6EE84A6479BE}"/>
              </a:ext>
            </a:extLst>
          </p:cNvPr>
          <p:cNvSpPr>
            <a:spLocks noGrp="1"/>
          </p:cNvSpPr>
          <p:nvPr>
            <p:ph type="sldNum" sz="quarter" idx="5"/>
          </p:nvPr>
        </p:nvSpPr>
        <p:spPr/>
        <p:txBody>
          <a:bodyPr/>
          <a:lstStyle/>
          <a:p>
            <a:fld id="{69F4807B-DE33-4619-A013-C265E21AF23D}" type="slidenum">
              <a:rPr kumimoji="1" lang="ja-JP" altLang="en-US" smtClean="0"/>
              <a:t>17</a:t>
            </a:fld>
            <a:endParaRPr kumimoji="1" lang="ja-JP" altLang="en-US"/>
          </a:p>
        </p:txBody>
      </p:sp>
    </p:spTree>
    <p:extLst>
      <p:ext uri="{BB962C8B-B14F-4D97-AF65-F5344CB8AC3E}">
        <p14:creationId xmlns:p14="http://schemas.microsoft.com/office/powerpoint/2010/main" val="8132042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33</a:t>
            </a:fld>
            <a:endParaRPr kumimoji="1" lang="ja-JP" altLang="en-US"/>
          </a:p>
        </p:txBody>
      </p:sp>
    </p:spTree>
    <p:extLst>
      <p:ext uri="{BB962C8B-B14F-4D97-AF65-F5344CB8AC3E}">
        <p14:creationId xmlns:p14="http://schemas.microsoft.com/office/powerpoint/2010/main" val="956675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35</a:t>
            </a:fld>
            <a:endParaRPr kumimoji="1" lang="ja-JP" altLang="en-US"/>
          </a:p>
        </p:txBody>
      </p:sp>
    </p:spTree>
    <p:extLst>
      <p:ext uri="{BB962C8B-B14F-4D97-AF65-F5344CB8AC3E}">
        <p14:creationId xmlns:p14="http://schemas.microsoft.com/office/powerpoint/2010/main" val="3614775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36</a:t>
            </a:fld>
            <a:endParaRPr kumimoji="1" lang="ja-JP" altLang="en-US"/>
          </a:p>
        </p:txBody>
      </p:sp>
    </p:spTree>
    <p:extLst>
      <p:ext uri="{BB962C8B-B14F-4D97-AF65-F5344CB8AC3E}">
        <p14:creationId xmlns:p14="http://schemas.microsoft.com/office/powerpoint/2010/main" val="744354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46</a:t>
            </a:fld>
            <a:endParaRPr kumimoji="1" lang="ja-JP" altLang="en-US"/>
          </a:p>
        </p:txBody>
      </p:sp>
    </p:spTree>
    <p:extLst>
      <p:ext uri="{BB962C8B-B14F-4D97-AF65-F5344CB8AC3E}">
        <p14:creationId xmlns:p14="http://schemas.microsoft.com/office/powerpoint/2010/main" val="9004246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 name="Title 1"/>
          <p:cNvSpPr>
            <a:spLocks noGrp="1"/>
          </p:cNvSpPr>
          <p:nvPr userDrawn="1">
            <p:ph type="ctrTitle"/>
          </p:nvPr>
        </p:nvSpPr>
        <p:spPr>
          <a:xfrm>
            <a:off x="-1" y="0"/>
            <a:ext cx="11288344" cy="4050836"/>
          </a:xfrm>
          <a:prstGeom prst="rect">
            <a:avLst/>
          </a:prstGeom>
        </p:spPr>
        <p:txBody>
          <a:bodyPr anchor="b">
            <a:noAutofit/>
          </a:bodyPr>
          <a:lstStyle>
            <a:lvl1pPr algn="ctr">
              <a:defRPr sz="4050">
                <a:solidFill>
                  <a:schemeClr val="accent2">
                    <a:lumMod val="75000"/>
                  </a:schemeClr>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dirty="0"/>
          </a:p>
        </p:txBody>
      </p:sp>
      <p:sp>
        <p:nvSpPr>
          <p:cNvPr id="3" name="Subtitle 2"/>
          <p:cNvSpPr>
            <a:spLocks noGrp="1"/>
          </p:cNvSpPr>
          <p:nvPr userDrawn="1">
            <p:ph type="subTitle" idx="1"/>
          </p:nvPr>
        </p:nvSpPr>
        <p:spPr>
          <a:xfrm>
            <a:off x="-1" y="4050833"/>
            <a:ext cx="11288345" cy="2815634"/>
          </a:xfrm>
        </p:spPr>
        <p:txBody>
          <a:bodyPr anchor="t">
            <a:normAutofit/>
          </a:bodyPr>
          <a:lstStyle>
            <a:lvl1pPr marL="0" indent="0" algn="ctr">
              <a:buNone/>
              <a:defRPr sz="2100">
                <a:solidFill>
                  <a:schemeClr val="accent1">
                    <a:lumMod val="50000"/>
                  </a:schemeClr>
                </a:solidFill>
                <a:latin typeface="BIZ UDPゴシック" panose="020B0400000000000000" pitchFamily="50" charset="-128"/>
                <a:ea typeface="BIZ UDPゴシック" panose="020B0400000000000000" pitchFamily="50" charset="-128"/>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ja-JP" altLang="en-US" dirty="0"/>
              <a:t>マスター サブタイトルの書式設定</a:t>
            </a:r>
            <a:endParaRPr lang="en-US" dirty="0"/>
          </a:p>
        </p:txBody>
      </p:sp>
    </p:spTree>
    <p:extLst>
      <p:ext uri="{BB962C8B-B14F-4D97-AF65-F5344CB8AC3E}">
        <p14:creationId xmlns:p14="http://schemas.microsoft.com/office/powerpoint/2010/main" val="206570594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本文 - プレゼン用">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E5B13-4F63-4E2B-88E4-9E9B752B2EA5}"/>
              </a:ext>
            </a:extLst>
          </p:cNvPr>
          <p:cNvSpPr>
            <a:spLocks noGrp="1"/>
          </p:cNvSpPr>
          <p:nvPr>
            <p:ph type="title"/>
          </p:nvPr>
        </p:nvSpPr>
        <p:spPr>
          <a:xfrm>
            <a:off x="301657" y="226246"/>
            <a:ext cx="11887168" cy="952109"/>
          </a:xfrm>
        </p:spPr>
        <p:txBody>
          <a:bodyPr anchor="t" anchorCtr="0">
            <a:normAutofit/>
          </a:bodyPr>
          <a:lstStyle>
            <a:lvl1pPr>
              <a:defRPr sz="4000">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sp>
        <p:nvSpPr>
          <p:cNvPr id="5" name="スライド番号プレースホルダー 4">
            <a:extLst>
              <a:ext uri="{FF2B5EF4-FFF2-40B4-BE49-F238E27FC236}">
                <a16:creationId xmlns:a16="http://schemas.microsoft.com/office/drawing/2014/main" id="{2B16F1D9-E88C-4A34-A0B3-091D6F7BB5FA}"/>
              </a:ext>
            </a:extLst>
          </p:cNvPr>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7" name="テキスト プレースホルダー 6">
            <a:extLst>
              <a:ext uri="{FF2B5EF4-FFF2-40B4-BE49-F238E27FC236}">
                <a16:creationId xmlns:a16="http://schemas.microsoft.com/office/drawing/2014/main" id="{BD5F0BD8-2140-466E-80F8-A8C8507FFDEE}"/>
              </a:ext>
            </a:extLst>
          </p:cNvPr>
          <p:cNvSpPr>
            <a:spLocks noGrp="1"/>
          </p:cNvSpPr>
          <p:nvPr>
            <p:ph type="body" sz="quarter" idx="13"/>
          </p:nvPr>
        </p:nvSpPr>
        <p:spPr>
          <a:xfrm>
            <a:off x="301656" y="1178354"/>
            <a:ext cx="11887169" cy="5679647"/>
          </a:xfrm>
        </p:spPr>
        <p:txBody>
          <a:bodyPr>
            <a:normAutofit/>
          </a:bodyPr>
          <a:lstStyle>
            <a:lvl1pPr>
              <a:lnSpc>
                <a:spcPct val="150000"/>
              </a:lnSpc>
              <a:defRPr sz="3200">
                <a:latin typeface="BIZ UDPゴシック" panose="020B0400000000000000" pitchFamily="50" charset="-128"/>
                <a:ea typeface="BIZ UDPゴシック" panose="020B0400000000000000" pitchFamily="50" charset="-128"/>
              </a:defRPr>
            </a:lvl1pPr>
            <a:lvl2pPr>
              <a:lnSpc>
                <a:spcPct val="150000"/>
              </a:lnSpc>
              <a:defRPr sz="3200">
                <a:latin typeface="BIZ UDPゴシック" panose="020B0400000000000000" pitchFamily="50" charset="-128"/>
                <a:ea typeface="BIZ UDPゴシック" panose="020B0400000000000000" pitchFamily="50" charset="-128"/>
              </a:defRPr>
            </a:lvl2pPr>
            <a:lvl3pPr>
              <a:lnSpc>
                <a:spcPct val="150000"/>
              </a:lnSpc>
              <a:defRPr sz="2800">
                <a:latin typeface="BIZ UDPゴシック" panose="020B0400000000000000" pitchFamily="50" charset="-128"/>
                <a:ea typeface="BIZ UDPゴシック" panose="020B0400000000000000" pitchFamily="50" charset="-128"/>
              </a:defRPr>
            </a:lvl3pPr>
            <a:lvl4pPr>
              <a:lnSpc>
                <a:spcPct val="150000"/>
              </a:lnSpc>
              <a:defRPr sz="2800">
                <a:latin typeface="BIZ UDPゴシック" panose="020B0400000000000000" pitchFamily="50" charset="-128"/>
                <a:ea typeface="BIZ UDPゴシック" panose="020B0400000000000000" pitchFamily="50" charset="-128"/>
              </a:defRPr>
            </a:lvl4pPr>
            <a:lvl5pPr>
              <a:lnSpc>
                <a:spcPct val="150000"/>
              </a:lnSpc>
              <a:defRPr sz="2800">
                <a:latin typeface="BIZ UDPゴシック" panose="020B0400000000000000" pitchFamily="50" charset="-128"/>
                <a:ea typeface="BIZ UDPゴシック" panose="020B0400000000000000" pitchFamily="50" charset="-128"/>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28335577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200251-1FC8-4C3F-BB39-1C48104DF5C2}"/>
              </a:ext>
            </a:extLst>
          </p:cNvPr>
          <p:cNvSpPr>
            <a:spLocks noGrp="1"/>
          </p:cNvSpPr>
          <p:nvPr>
            <p:ph type="title"/>
          </p:nvPr>
        </p:nvSpPr>
        <p:spPr>
          <a:xfrm>
            <a:off x="124650" y="99748"/>
            <a:ext cx="12064177" cy="6512718"/>
          </a:xfrm>
        </p:spPr>
        <p:txBody>
          <a:bodyPr anchor="ctr">
            <a:normAutofit/>
          </a:bodyPr>
          <a:lstStyle>
            <a:lvl1pPr algn="ctr">
              <a:defRPr sz="3600">
                <a:solidFill>
                  <a:schemeClr val="accent2">
                    <a:lumMod val="75000"/>
                  </a:schemeClr>
                </a:solidFill>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sp>
        <p:nvSpPr>
          <p:cNvPr id="5" name="スライド番号プレースホルダー 4">
            <a:extLst>
              <a:ext uri="{FF2B5EF4-FFF2-40B4-BE49-F238E27FC236}">
                <a16:creationId xmlns:a16="http://schemas.microsoft.com/office/drawing/2014/main" id="{4F3E79A9-91C0-49A6-A2A9-AF5BC1261321}"/>
              </a:ext>
            </a:extLst>
          </p:cNvPr>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a:p>
        </p:txBody>
      </p:sp>
    </p:spTree>
    <p:extLst>
      <p:ext uri="{BB962C8B-B14F-4D97-AF65-F5344CB8AC3E}">
        <p14:creationId xmlns:p14="http://schemas.microsoft.com/office/powerpoint/2010/main" val="39631614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01659" y="1451731"/>
            <a:ext cx="5685237" cy="5160737"/>
          </a:xfrm>
        </p:spPr>
        <p:txBody>
          <a:bodyPr/>
          <a:lstStyle>
            <a:lvl1pPr marL="0" indent="0">
              <a:buNone/>
              <a:defRPr>
                <a:latin typeface="BIZ UDPゴシック" panose="020B0400000000000000" pitchFamily="50" charset="-128"/>
                <a:ea typeface="BIZ UDPゴシック" panose="020B0400000000000000" pitchFamily="50" charset="-128"/>
              </a:defRPr>
            </a:lvl1pPr>
            <a:lvl2pPr marL="342900" indent="0">
              <a:buNone/>
              <a:defRPr>
                <a:latin typeface="BIZ UDPゴシック" panose="020B0400000000000000" pitchFamily="50" charset="-128"/>
                <a:ea typeface="BIZ UDPゴシック" panose="020B0400000000000000" pitchFamily="50" charset="-128"/>
              </a:defRPr>
            </a:lvl2pPr>
            <a:lvl3pPr marL="685800" indent="0">
              <a:buNone/>
              <a:defRPr>
                <a:latin typeface="BIZ UDPゴシック" panose="020B0400000000000000" pitchFamily="50" charset="-128"/>
                <a:ea typeface="BIZ UDPゴシック" panose="020B0400000000000000" pitchFamily="50" charset="-128"/>
              </a:defRPr>
            </a:lvl3pPr>
            <a:lvl4pPr marL="1028700" indent="0">
              <a:buNone/>
              <a:defRPr>
                <a:latin typeface="BIZ UDPゴシック" panose="020B0400000000000000" pitchFamily="50" charset="-128"/>
                <a:ea typeface="BIZ UDPゴシック" panose="020B0400000000000000" pitchFamily="50" charset="-128"/>
              </a:defRPr>
            </a:lvl4pPr>
            <a:lvl5pPr marL="1371600" indent="0">
              <a:buNone/>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Content Placeholder 3"/>
          <p:cNvSpPr>
            <a:spLocks noGrp="1"/>
          </p:cNvSpPr>
          <p:nvPr>
            <p:ph sz="half" idx="2"/>
          </p:nvPr>
        </p:nvSpPr>
        <p:spPr>
          <a:xfrm>
            <a:off x="6205108" y="1451728"/>
            <a:ext cx="5983717" cy="5160738"/>
          </a:xfrm>
        </p:spPr>
        <p:txBody>
          <a:bodyPr/>
          <a:lstStyle>
            <a:lvl1pPr marL="0" indent="0">
              <a:buNone/>
              <a:defRPr>
                <a:latin typeface="BIZ UDPゴシック" panose="020B0400000000000000" pitchFamily="50" charset="-128"/>
                <a:ea typeface="BIZ UDPゴシック" panose="020B0400000000000000" pitchFamily="50" charset="-128"/>
              </a:defRPr>
            </a:lvl1pPr>
            <a:lvl2pPr marL="342900" indent="0">
              <a:buNone/>
              <a:defRPr>
                <a:latin typeface="BIZ UDPゴシック" panose="020B0400000000000000" pitchFamily="50" charset="-128"/>
                <a:ea typeface="BIZ UDPゴシック" panose="020B0400000000000000" pitchFamily="50" charset="-128"/>
              </a:defRPr>
            </a:lvl2pPr>
            <a:lvl3pPr marL="685800" indent="0">
              <a:buNone/>
              <a:defRPr>
                <a:latin typeface="BIZ UDPゴシック" panose="020B0400000000000000" pitchFamily="50" charset="-128"/>
                <a:ea typeface="BIZ UDPゴシック" panose="020B0400000000000000" pitchFamily="50" charset="-128"/>
              </a:defRPr>
            </a:lvl3pPr>
            <a:lvl4pPr marL="1028700" indent="0">
              <a:buNone/>
              <a:defRPr>
                <a:latin typeface="BIZ UDPゴシック" panose="020B0400000000000000" pitchFamily="50" charset="-128"/>
                <a:ea typeface="BIZ UDPゴシック" panose="020B0400000000000000" pitchFamily="50" charset="-128"/>
              </a:defRPr>
            </a:lvl4pPr>
            <a:lvl5pPr marL="1371600" indent="0">
              <a:buNone/>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7" name="Slide Number Placeholder 6"/>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10" name="タイトル 1">
            <a:extLst>
              <a:ext uri="{FF2B5EF4-FFF2-40B4-BE49-F238E27FC236}">
                <a16:creationId xmlns:a16="http://schemas.microsoft.com/office/drawing/2014/main" id="{693276B3-72B0-4D30-9805-FA629D3F7930}"/>
              </a:ext>
            </a:extLst>
          </p:cNvPr>
          <p:cNvSpPr>
            <a:spLocks noGrp="1"/>
          </p:cNvSpPr>
          <p:nvPr>
            <p:ph type="title"/>
          </p:nvPr>
        </p:nvSpPr>
        <p:spPr>
          <a:xfrm>
            <a:off x="301657" y="226246"/>
            <a:ext cx="11887168" cy="952109"/>
          </a:xfrm>
        </p:spPr>
        <p:txBody>
          <a:bodyPr anchor="t" anchorCtr="0">
            <a:normAutofit/>
          </a:bodyPr>
          <a:lstStyle>
            <a:lvl1pPr>
              <a:defRPr sz="4000">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cxnSp>
        <p:nvCxnSpPr>
          <p:cNvPr id="6" name="直線コネクタ 5">
            <a:extLst>
              <a:ext uri="{FF2B5EF4-FFF2-40B4-BE49-F238E27FC236}">
                <a16:creationId xmlns:a16="http://schemas.microsoft.com/office/drawing/2014/main" id="{D2973D26-B9FB-40E6-84D2-0DC380433CDB}"/>
              </a:ext>
            </a:extLst>
          </p:cNvPr>
          <p:cNvCxnSpPr/>
          <p:nvPr userDrawn="1"/>
        </p:nvCxnSpPr>
        <p:spPr>
          <a:xfrm>
            <a:off x="6096000" y="1451730"/>
            <a:ext cx="0" cy="5160739"/>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546072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blank" preserve="1">
  <p:cSld name="白紙">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a:p>
        </p:txBody>
      </p:sp>
    </p:spTree>
    <p:extLst>
      <p:ext uri="{BB962C8B-B14F-4D97-AF65-F5344CB8AC3E}">
        <p14:creationId xmlns:p14="http://schemas.microsoft.com/office/powerpoint/2010/main" val="61069124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本文 - プレゼン用">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E5B13-4F63-4E2B-88E4-9E9B752B2EA5}"/>
              </a:ext>
            </a:extLst>
          </p:cNvPr>
          <p:cNvSpPr>
            <a:spLocks noGrp="1"/>
          </p:cNvSpPr>
          <p:nvPr>
            <p:ph type="title"/>
          </p:nvPr>
        </p:nvSpPr>
        <p:spPr>
          <a:xfrm>
            <a:off x="301657" y="226246"/>
            <a:ext cx="11887168" cy="952109"/>
          </a:xfrm>
        </p:spPr>
        <p:txBody>
          <a:bodyPr anchor="t" anchorCtr="0">
            <a:normAutofit/>
          </a:bodyPr>
          <a:lstStyle>
            <a:lvl1pPr>
              <a:defRPr sz="4000">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sp>
        <p:nvSpPr>
          <p:cNvPr id="5" name="スライド番号プレースホルダー 4">
            <a:extLst>
              <a:ext uri="{FF2B5EF4-FFF2-40B4-BE49-F238E27FC236}">
                <a16:creationId xmlns:a16="http://schemas.microsoft.com/office/drawing/2014/main" id="{2B16F1D9-E88C-4A34-A0B3-091D6F7BB5FA}"/>
              </a:ext>
            </a:extLst>
          </p:cNvPr>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7" name="テキスト プレースホルダー 6">
            <a:extLst>
              <a:ext uri="{FF2B5EF4-FFF2-40B4-BE49-F238E27FC236}">
                <a16:creationId xmlns:a16="http://schemas.microsoft.com/office/drawing/2014/main" id="{BD5F0BD8-2140-466E-80F8-A8C8507FFDEE}"/>
              </a:ext>
            </a:extLst>
          </p:cNvPr>
          <p:cNvSpPr>
            <a:spLocks noGrp="1"/>
          </p:cNvSpPr>
          <p:nvPr>
            <p:ph type="body" sz="quarter" idx="13"/>
          </p:nvPr>
        </p:nvSpPr>
        <p:spPr>
          <a:xfrm>
            <a:off x="301656" y="1178354"/>
            <a:ext cx="11887169" cy="5679647"/>
          </a:xfrm>
        </p:spPr>
        <p:txBody>
          <a:bodyPr>
            <a:normAutofit/>
          </a:bodyPr>
          <a:lstStyle>
            <a:lvl1pPr>
              <a:lnSpc>
                <a:spcPct val="150000"/>
              </a:lnSpc>
              <a:defRPr sz="3200">
                <a:latin typeface="BIZ UDPゴシック" panose="020B0400000000000000" pitchFamily="50" charset="-128"/>
                <a:ea typeface="BIZ UDPゴシック" panose="020B0400000000000000" pitchFamily="50" charset="-128"/>
              </a:defRPr>
            </a:lvl1pPr>
            <a:lvl2pPr>
              <a:lnSpc>
                <a:spcPct val="150000"/>
              </a:lnSpc>
              <a:defRPr sz="3200">
                <a:latin typeface="BIZ UDPゴシック" panose="020B0400000000000000" pitchFamily="50" charset="-128"/>
                <a:ea typeface="BIZ UDPゴシック" panose="020B0400000000000000" pitchFamily="50" charset="-128"/>
              </a:defRPr>
            </a:lvl2pPr>
            <a:lvl3pPr>
              <a:lnSpc>
                <a:spcPct val="150000"/>
              </a:lnSpc>
              <a:defRPr sz="2800">
                <a:latin typeface="BIZ UDPゴシック" panose="020B0400000000000000" pitchFamily="50" charset="-128"/>
                <a:ea typeface="BIZ UDPゴシック" panose="020B0400000000000000" pitchFamily="50" charset="-128"/>
              </a:defRPr>
            </a:lvl3pPr>
            <a:lvl4pPr>
              <a:lnSpc>
                <a:spcPct val="150000"/>
              </a:lnSpc>
              <a:defRPr sz="2800">
                <a:latin typeface="BIZ UDPゴシック" panose="020B0400000000000000" pitchFamily="50" charset="-128"/>
                <a:ea typeface="BIZ UDPゴシック" panose="020B0400000000000000" pitchFamily="50" charset="-128"/>
              </a:defRPr>
            </a:lvl4pPr>
            <a:lvl5pPr>
              <a:lnSpc>
                <a:spcPct val="150000"/>
              </a:lnSpc>
              <a:defRPr sz="2800">
                <a:latin typeface="BIZ UDPゴシック" panose="020B0400000000000000" pitchFamily="50" charset="-128"/>
                <a:ea typeface="BIZ UDPゴシック" panose="020B0400000000000000" pitchFamily="50" charset="-128"/>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3034174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タイトルとコンテンツ">
    <p:bg>
      <p:bgPr>
        <a:solidFill>
          <a:schemeClr val="bg1"/>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69239" y="1189177"/>
            <a:ext cx="11653523" cy="2896883"/>
          </a:xfrm>
        </p:spPr>
        <p:txBody>
          <a:bodyPr>
            <a:spAutoFit/>
          </a:bodyPr>
          <a:lstStyle>
            <a:lvl1pPr>
              <a:defRPr sz="3921">
                <a:latin typeface="BIZ UDPゴシック" panose="020B0400000000000000" pitchFamily="50" charset="-128"/>
                <a:ea typeface="BIZ UDPゴシック" panose="020B0400000000000000" pitchFamily="50" charset="-128"/>
              </a:defRPr>
            </a:lvl1pPr>
            <a:lvl2pPr>
              <a:defRPr sz="2745">
                <a:latin typeface="BIZ UDPゴシック" panose="020B0400000000000000" pitchFamily="50" charset="-128"/>
                <a:ea typeface="BIZ UDPゴシック" panose="020B0400000000000000" pitchFamily="50" charset="-128"/>
              </a:defRPr>
            </a:lvl2pPr>
            <a:lvl3pPr>
              <a:defRPr sz="2353">
                <a:latin typeface="BIZ UDPゴシック" panose="020B0400000000000000" pitchFamily="50" charset="-128"/>
                <a:ea typeface="BIZ UDPゴシック" panose="020B0400000000000000" pitchFamily="50" charset="-128"/>
              </a:defRPr>
            </a:lvl3pPr>
            <a:lvl4pPr>
              <a:defRPr sz="1961">
                <a:latin typeface="BIZ UDPゴシック" panose="020B0400000000000000" pitchFamily="50" charset="-128"/>
                <a:ea typeface="BIZ UDPゴシック" panose="020B0400000000000000" pitchFamily="50" charset="-128"/>
              </a:defRPr>
            </a:lvl4pPr>
            <a:lvl5pPr>
              <a:defRPr>
                <a:latin typeface="+mn-lt"/>
                <a:ea typeface="+mn-ea"/>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p:txBody>
      </p:sp>
      <p:sp>
        <p:nvSpPr>
          <p:cNvPr id="6" name="Title 5"/>
          <p:cNvSpPr>
            <a:spLocks noGrp="1"/>
          </p:cNvSpPr>
          <p:nvPr>
            <p:ph type="title"/>
          </p:nvPr>
        </p:nvSpPr>
        <p:spPr/>
        <p:txBody>
          <a:bodyPr/>
          <a:lstStyle>
            <a:lvl1pPr>
              <a:defRPr>
                <a:solidFill>
                  <a:schemeClr val="bg1"/>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dirty="0"/>
          </a:p>
        </p:txBody>
      </p:sp>
      <p:pic>
        <p:nvPicPr>
          <p:cNvPr id="2" name="図 1">
            <a:extLst>
              <a:ext uri="{FF2B5EF4-FFF2-40B4-BE49-F238E27FC236}">
                <a16:creationId xmlns:a16="http://schemas.microsoft.com/office/drawing/2014/main" id="{223D0ED0-153B-48AB-A463-6B372E37BF62}"/>
              </a:ext>
            </a:extLst>
          </p:cNvPr>
          <p:cNvPicPr>
            <a:picLocks noChangeAspect="1"/>
          </p:cNvPicPr>
          <p:nvPr userDrawn="1"/>
        </p:nvPicPr>
        <p:blipFill>
          <a:blip r:embed="rId2"/>
          <a:stretch>
            <a:fillRect/>
          </a:stretch>
        </p:blipFill>
        <p:spPr>
          <a:xfrm>
            <a:off x="0" y="7071"/>
            <a:ext cx="12192000" cy="1182106"/>
          </a:xfrm>
          <a:prstGeom prst="rect">
            <a:avLst/>
          </a:prstGeom>
        </p:spPr>
      </p:pic>
      <p:sp>
        <p:nvSpPr>
          <p:cNvPr id="3" name="スライド番号プレースホルダー 2">
            <a:extLst>
              <a:ext uri="{FF2B5EF4-FFF2-40B4-BE49-F238E27FC236}">
                <a16:creationId xmlns:a16="http://schemas.microsoft.com/office/drawing/2014/main" id="{4B5966CE-E586-4846-9D29-55DFD61FAF2A}"/>
              </a:ext>
            </a:extLst>
          </p:cNvPr>
          <p:cNvSpPr>
            <a:spLocks noGrp="1"/>
          </p:cNvSpPr>
          <p:nvPr>
            <p:ph type="sldNum" sz="quarter" idx="11"/>
          </p:nvPr>
        </p:nvSpPr>
        <p:spPr/>
        <p:txBody>
          <a:bodyPr/>
          <a:lstStyle/>
          <a:p>
            <a:fld id="{B01966AA-40F2-4759-97C9-DDA0BED365A6}" type="slidenum">
              <a:rPr kumimoji="1" lang="ja-JP" altLang="en-US" smtClean="0"/>
              <a:pPr/>
              <a:t>‹#›</a:t>
            </a:fld>
            <a:endParaRPr kumimoji="1" lang="ja-JP" altLang="en-US" dirty="0"/>
          </a:p>
        </p:txBody>
      </p:sp>
    </p:spTree>
    <p:extLst>
      <p:ext uri="{BB962C8B-B14F-4D97-AF65-F5344CB8AC3E}">
        <p14:creationId xmlns:p14="http://schemas.microsoft.com/office/powerpoint/2010/main" val="1707648049"/>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2_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dirty="0"/>
          </a:p>
        </p:txBody>
      </p:sp>
      <p:sp>
        <p:nvSpPr>
          <p:cNvPr id="3" name="Content Placeholder 2"/>
          <p:cNvSpPr>
            <a:spLocks noGrp="1"/>
          </p:cNvSpPr>
          <p:nvPr>
            <p:ph idx="1"/>
          </p:nvPr>
        </p:nvSpPr>
        <p:spPr/>
        <p:txBody>
          <a:bodyPr anchor="ctr">
            <a:normAutofit/>
          </a:bodyPr>
          <a:lstStyle>
            <a:lvl1pPr>
              <a:lnSpc>
                <a:spcPct val="150000"/>
              </a:lnSpc>
              <a:defRPr sz="2800">
                <a:latin typeface="BIZ UDPゴシック" panose="020B0400000000000000" pitchFamily="50" charset="-128"/>
                <a:ea typeface="BIZ UDPゴシック" panose="020B0400000000000000" pitchFamily="50" charset="-128"/>
              </a:defRPr>
            </a:lvl1pPr>
            <a:lvl2pPr>
              <a:lnSpc>
                <a:spcPct val="150000"/>
              </a:lnSpc>
              <a:defRPr sz="2800">
                <a:latin typeface="BIZ UDPゴシック" panose="020B0400000000000000" pitchFamily="50" charset="-128"/>
                <a:ea typeface="BIZ UDPゴシック" panose="020B0400000000000000" pitchFamily="50" charset="-128"/>
              </a:defRPr>
            </a:lvl2pPr>
            <a:lvl3pPr>
              <a:lnSpc>
                <a:spcPct val="150000"/>
              </a:lnSpc>
              <a:defRPr sz="2400">
                <a:latin typeface="BIZ UDPゴシック" panose="020B0400000000000000" pitchFamily="50" charset="-128"/>
                <a:ea typeface="BIZ UDPゴシック" panose="020B0400000000000000" pitchFamily="50" charset="-128"/>
              </a:defRPr>
            </a:lvl3pPr>
            <a:lvl4pPr>
              <a:lnSpc>
                <a:spcPct val="150000"/>
              </a:lnSpc>
              <a:defRPr sz="2400">
                <a:latin typeface="BIZ UDPゴシック" panose="020B0400000000000000" pitchFamily="50" charset="-128"/>
                <a:ea typeface="BIZ UDPゴシック" panose="020B0400000000000000" pitchFamily="50" charset="-128"/>
              </a:defRPr>
            </a:lvl4pPr>
            <a:lvl5pPr>
              <a:lnSpc>
                <a:spcPct val="150000"/>
              </a:lnSpc>
              <a:defRPr sz="2400">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10"/>
          </p:nvPr>
        </p:nvSpPr>
        <p:spPr/>
        <p:txBody>
          <a:bodyPr/>
          <a:lstStyle/>
          <a:p>
            <a:fld id="{3AF211FB-C8CE-4038-AD32-90550553BE7E}" type="datetimeFigureOut">
              <a:rPr kumimoji="1" lang="ja-JP" altLang="en-US" smtClean="0"/>
              <a:t>2025/10/20</a:t>
            </a:fld>
            <a:endParaRPr kumimoji="1" lang="ja-JP" altLang="en-US" dirty="0"/>
          </a:p>
        </p:txBody>
      </p:sp>
      <p:sp>
        <p:nvSpPr>
          <p:cNvPr id="5" name="Footer Placeholder 4"/>
          <p:cNvSpPr>
            <a:spLocks noGrp="1"/>
          </p:cNvSpPr>
          <p:nvPr>
            <p:ph type="ftr" sz="quarter" idx="11"/>
          </p:nvPr>
        </p:nvSpPr>
        <p:spPr/>
        <p:txBody>
          <a:bodyPr/>
          <a:lstStyle>
            <a:lvl1pPr>
              <a:defRPr>
                <a:latin typeface="BIZ UDPゴシック" panose="020B0400000000000000" pitchFamily="50" charset="-128"/>
                <a:ea typeface="BIZ UDPゴシック" panose="020B0400000000000000" pitchFamily="50" charset="-128"/>
              </a:defRPr>
            </a:lvl1pPr>
          </a:lstStyle>
          <a:p>
            <a:r>
              <a:rPr kumimoji="1" lang="en-US" altLang="ja-JP" dirty="0"/>
              <a:t>BuriKaigi2019 https://connpass.com/event/111062/ #</a:t>
            </a:r>
            <a:r>
              <a:rPr kumimoji="1" lang="en-US" altLang="ja-JP" dirty="0" err="1"/>
              <a:t>BuriKaigi</a:t>
            </a:r>
            <a:endParaRPr kumimoji="1" lang="ja-JP" altLang="en-US" dirty="0"/>
          </a:p>
          <a:p>
            <a:endParaRPr kumimoji="1" lang="ja-JP" altLang="en-US" dirty="0"/>
          </a:p>
        </p:txBody>
      </p:sp>
      <p:sp>
        <p:nvSpPr>
          <p:cNvPr id="6" name="Slide Number Placeholder 5"/>
          <p:cNvSpPr>
            <a:spLocks noGrp="1"/>
          </p:cNvSpPr>
          <p:nvPr>
            <p:ph type="sldNum" sz="quarter" idx="12"/>
          </p:nvPr>
        </p:nvSpPr>
        <p:spPr/>
        <p:txBody>
          <a:bodyPr/>
          <a:lstStyle>
            <a:lvl1pPr>
              <a:defRPr>
                <a:latin typeface="BIZ UDPゴシック" panose="020B0400000000000000" pitchFamily="50" charset="-128"/>
                <a:ea typeface="BIZ UDPゴシック" panose="020B0400000000000000" pitchFamily="50" charset="-128"/>
              </a:defRPr>
            </a:lvl1pPr>
          </a:lstStyle>
          <a:p>
            <a:fld id="{FE5F752D-437C-4574-A414-69369E2F8417}" type="slidenum">
              <a:rPr kumimoji="1" lang="ja-JP" altLang="en-US" smtClean="0"/>
              <a:pPr/>
              <a:t>‹#›</a:t>
            </a:fld>
            <a:endParaRPr kumimoji="1" lang="ja-JP" altLang="en-US" dirty="0"/>
          </a:p>
        </p:txBody>
      </p:sp>
    </p:spTree>
    <p:extLst>
      <p:ext uri="{BB962C8B-B14F-4D97-AF65-F5344CB8AC3E}">
        <p14:creationId xmlns:p14="http://schemas.microsoft.com/office/powerpoint/2010/main" val="3781159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デモ">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9239" y="2084172"/>
            <a:ext cx="11653523" cy="1270797"/>
          </a:xfrm>
          <a:noFill/>
        </p:spPr>
        <p:txBody>
          <a:bodyPr tIns="91440" bIns="91440" anchor="t" anchorCtr="0">
            <a:spAutoFit/>
          </a:bodyPr>
          <a:lstStyle>
            <a:lvl1pPr>
              <a:defRPr sz="7058" spc="-98" baseline="0">
                <a:solidFill>
                  <a:schemeClr val="tx1"/>
                </a:solidFill>
                <a:latin typeface="BIZ UDPゴシック" panose="020B0400000000000000" pitchFamily="50" charset="-128"/>
                <a:ea typeface="BIZ UDPゴシック" panose="020B0400000000000000" pitchFamily="50" charset="-128"/>
              </a:defRPr>
            </a:lvl1pPr>
          </a:lstStyle>
          <a:p>
            <a:r>
              <a:rPr lang="en-US" altLang="ja-JP" dirty="0"/>
              <a:t>Demo title</a:t>
            </a:r>
            <a:endParaRPr lang="en-US" dirty="0"/>
          </a:p>
        </p:txBody>
      </p:sp>
      <p:sp>
        <p:nvSpPr>
          <p:cNvPr id="3" name="スライド番号プレースホルダー 2">
            <a:extLst>
              <a:ext uri="{FF2B5EF4-FFF2-40B4-BE49-F238E27FC236}">
                <a16:creationId xmlns:a16="http://schemas.microsoft.com/office/drawing/2014/main" id="{429ABD8F-8C1D-4520-86B1-BAE2A419E149}"/>
              </a:ext>
            </a:extLst>
          </p:cNvPr>
          <p:cNvSpPr>
            <a:spLocks noGrp="1"/>
          </p:cNvSpPr>
          <p:nvPr>
            <p:ph type="sldNum" sz="quarter" idx="10"/>
          </p:nvPr>
        </p:nvSpPr>
        <p:spPr/>
        <p:txBody>
          <a:bodyPr/>
          <a:lstStyle>
            <a:lvl1pPr>
              <a:defRPr>
                <a:solidFill>
                  <a:schemeClr val="tx1"/>
                </a:solidFill>
              </a:defRPr>
            </a:lvl1pPr>
          </a:lstStyle>
          <a:p>
            <a:fld id="{B01966AA-40F2-4759-97C9-DDA0BED365A6}" type="slidenum">
              <a:rPr kumimoji="1" lang="ja-JP" altLang="en-US" smtClean="0"/>
              <a:pPr/>
              <a:t>‹#›</a:t>
            </a:fld>
            <a:endParaRPr kumimoji="1" lang="ja-JP" altLang="en-US"/>
          </a:p>
        </p:txBody>
      </p:sp>
    </p:spTree>
    <p:extLst>
      <p:ext uri="{BB962C8B-B14F-4D97-AF65-F5344CB8AC3E}">
        <p14:creationId xmlns:p14="http://schemas.microsoft.com/office/powerpoint/2010/main" val="3646259254"/>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userDrawn="1">
            <p:ph type="body" idx="1"/>
          </p:nvPr>
        </p:nvSpPr>
        <p:spPr>
          <a:xfrm>
            <a:off x="301659" y="1312333"/>
            <a:ext cx="11890343" cy="5554134"/>
          </a:xfrm>
          <a:prstGeom prst="rect">
            <a:avLst/>
          </a:prstGeom>
        </p:spPr>
        <p:txBody>
          <a:bodyPr vert="horz" lIns="91440" tIns="45720" rIns="91440" bIns="45720" rtlCol="0">
            <a:normAutofit/>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6" name="Slide Number Placeholder 5"/>
          <p:cNvSpPr>
            <a:spLocks noGrp="1"/>
          </p:cNvSpPr>
          <p:nvPr>
            <p:ph type="sldNum" sz="quarter" idx="4"/>
          </p:nvPr>
        </p:nvSpPr>
        <p:spPr>
          <a:xfrm>
            <a:off x="11505485" y="6612470"/>
            <a:ext cx="683339" cy="237067"/>
          </a:xfrm>
          <a:prstGeom prst="rect">
            <a:avLst/>
          </a:prstGeom>
        </p:spPr>
        <p:txBody>
          <a:bodyPr vert="horz" lIns="91440" tIns="45720" rIns="91440" bIns="45720" rtlCol="0" anchor="ctr"/>
          <a:lstStyle>
            <a:lvl1pPr algn="r">
              <a:defRPr sz="1050">
                <a:solidFill>
                  <a:schemeClr val="accent2">
                    <a:lumMod val="50000"/>
                  </a:schemeClr>
                </a:solidFill>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30" name="タイトル 1">
            <a:extLst>
              <a:ext uri="{FF2B5EF4-FFF2-40B4-BE49-F238E27FC236}">
                <a16:creationId xmlns:a16="http://schemas.microsoft.com/office/drawing/2014/main" id="{2F1792C1-C20A-4E3E-A10F-7F1513218911}"/>
              </a:ext>
            </a:extLst>
          </p:cNvPr>
          <p:cNvSpPr txBox="1">
            <a:spLocks/>
          </p:cNvSpPr>
          <p:nvPr userDrawn="1"/>
        </p:nvSpPr>
        <p:spPr>
          <a:xfrm>
            <a:off x="126700" y="99752"/>
            <a:ext cx="10441261" cy="670717"/>
          </a:xfrm>
          <a:prstGeom prst="rect">
            <a:avLst/>
          </a:prstGeom>
        </p:spPr>
        <p:txBody>
          <a:bodyPr/>
          <a:lstStyle>
            <a:lvl1pPr algn="l" defTabSz="457200" rtl="0" eaLnBrk="1" latinLnBrk="0" hangingPunct="1">
              <a:spcBef>
                <a:spcPct val="0"/>
              </a:spcBef>
              <a:buNone/>
              <a:defRPr kumimoji="1" sz="4000" kern="1200">
                <a:solidFill>
                  <a:schemeClr val="accent1">
                    <a:lumMod val="50000"/>
                  </a:schemeClr>
                </a:solidFill>
                <a:latin typeface="+mn-ea"/>
                <a:ea typeface="+mn-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endParaRPr lang="ja-JP" altLang="en-US" sz="3000" dirty="0">
              <a:latin typeface="BIZ UDPゴシック" panose="020B0400000000000000" pitchFamily="50" charset="-128"/>
              <a:ea typeface="BIZ UDPゴシック" panose="020B0400000000000000" pitchFamily="50" charset="-128"/>
            </a:endParaRPr>
          </a:p>
        </p:txBody>
      </p:sp>
      <p:sp>
        <p:nvSpPr>
          <p:cNvPr id="10" name="タイトル プレースホルダー 9">
            <a:extLst>
              <a:ext uri="{FF2B5EF4-FFF2-40B4-BE49-F238E27FC236}">
                <a16:creationId xmlns:a16="http://schemas.microsoft.com/office/drawing/2014/main" id="{A9CAE40E-097D-418E-9F92-982DEB358407}"/>
              </a:ext>
            </a:extLst>
          </p:cNvPr>
          <p:cNvSpPr>
            <a:spLocks noGrp="1"/>
          </p:cNvSpPr>
          <p:nvPr userDrawn="1">
            <p:ph type="title"/>
          </p:nvPr>
        </p:nvSpPr>
        <p:spPr>
          <a:xfrm>
            <a:off x="301659" y="373124"/>
            <a:ext cx="11887167" cy="939208"/>
          </a:xfrm>
          <a:prstGeom prst="rect">
            <a:avLst/>
          </a:prstGeom>
        </p:spPr>
        <p:txBody>
          <a:bodyPr vert="horz" lIns="91440" tIns="45720" rIns="91440" bIns="45720" rtlCol="0" anchor="t">
            <a:normAutofit/>
          </a:bodyPr>
          <a:lstStyle/>
          <a:p>
            <a:r>
              <a:rPr kumimoji="1" lang="ja-JP" altLang="en-US" dirty="0"/>
              <a:t>マスター タイトルの書式設定</a:t>
            </a:r>
          </a:p>
        </p:txBody>
      </p:sp>
    </p:spTree>
    <p:extLst>
      <p:ext uri="{BB962C8B-B14F-4D97-AF65-F5344CB8AC3E}">
        <p14:creationId xmlns:p14="http://schemas.microsoft.com/office/powerpoint/2010/main" val="3006425672"/>
      </p:ext>
    </p:extLst>
  </p:cSld>
  <p:clrMap bg1="lt1" tx1="dk1" bg2="lt2" tx2="dk2" accent1="accent1" accent2="accent2" accent3="accent3" accent4="accent4" accent5="accent5" accent6="accent6" hlink="hlink" folHlink="folHlink"/>
  <p:sldLayoutIdLst>
    <p:sldLayoutId id="2147483681" r:id="rId1"/>
    <p:sldLayoutId id="2147483686" r:id="rId2"/>
    <p:sldLayoutId id="2147483687" r:id="rId3"/>
    <p:sldLayoutId id="2147483688" r:id="rId4"/>
    <p:sldLayoutId id="2147483690" r:id="rId5"/>
    <p:sldLayoutId id="2147483711" r:id="rId6"/>
    <p:sldLayoutId id="2147483712" r:id="rId7"/>
    <p:sldLayoutId id="2147483715" r:id="rId8"/>
    <p:sldLayoutId id="2147483716" r:id="rId9"/>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dt="0"/>
  <p:txStyles>
    <p:titleStyle>
      <a:lvl1pPr algn="l" defTabSz="342900" rtl="0" eaLnBrk="1" latinLnBrk="0" hangingPunct="1">
        <a:spcBef>
          <a:spcPct val="0"/>
        </a:spcBef>
        <a:buNone/>
        <a:defRPr kumimoji="1" sz="4000" kern="1200">
          <a:solidFill>
            <a:schemeClr val="accent2">
              <a:lumMod val="75000"/>
            </a:schemeClr>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p:bodyStyle>
    <p:otherStyle>
      <a:defPPr>
        <a:defRPr lang="en-US"/>
      </a:defPPr>
      <a:lvl1pPr marL="0" algn="l" defTabSz="342900" rtl="0" eaLnBrk="1" latinLnBrk="0" hangingPunct="1">
        <a:defRPr kumimoji="1" sz="1350" kern="1200">
          <a:solidFill>
            <a:schemeClr val="tx1"/>
          </a:solidFill>
          <a:latin typeface="+mn-lt"/>
          <a:ea typeface="+mn-ea"/>
          <a:cs typeface="+mn-cs"/>
        </a:defRPr>
      </a:lvl1pPr>
      <a:lvl2pPr marL="342900" algn="l" defTabSz="342900" rtl="0" eaLnBrk="1" latinLnBrk="0" hangingPunct="1">
        <a:defRPr kumimoji="1" sz="1350" kern="1200">
          <a:solidFill>
            <a:schemeClr val="tx1"/>
          </a:solidFill>
          <a:latin typeface="+mn-lt"/>
          <a:ea typeface="+mn-ea"/>
          <a:cs typeface="+mn-cs"/>
        </a:defRPr>
      </a:lvl2pPr>
      <a:lvl3pPr marL="685800" algn="l" defTabSz="342900" rtl="0" eaLnBrk="1" latinLnBrk="0" hangingPunct="1">
        <a:defRPr kumimoji="1" sz="1350" kern="1200">
          <a:solidFill>
            <a:schemeClr val="tx1"/>
          </a:solidFill>
          <a:latin typeface="+mn-lt"/>
          <a:ea typeface="+mn-ea"/>
          <a:cs typeface="+mn-cs"/>
        </a:defRPr>
      </a:lvl3pPr>
      <a:lvl4pPr marL="1028700" algn="l" defTabSz="342900" rtl="0" eaLnBrk="1" latinLnBrk="0" hangingPunct="1">
        <a:defRPr kumimoji="1" sz="1350" kern="1200">
          <a:solidFill>
            <a:schemeClr val="tx1"/>
          </a:solidFill>
          <a:latin typeface="+mn-lt"/>
          <a:ea typeface="+mn-ea"/>
          <a:cs typeface="+mn-cs"/>
        </a:defRPr>
      </a:lvl4pPr>
      <a:lvl5pPr marL="1371600" algn="l" defTabSz="342900" rtl="0" eaLnBrk="1" latinLnBrk="0" hangingPunct="1">
        <a:defRPr kumimoji="1" sz="1350" kern="1200">
          <a:solidFill>
            <a:schemeClr val="tx1"/>
          </a:solidFill>
          <a:latin typeface="+mn-lt"/>
          <a:ea typeface="+mn-ea"/>
          <a:cs typeface="+mn-cs"/>
        </a:defRPr>
      </a:lvl5pPr>
      <a:lvl6pPr marL="1714500" algn="l" defTabSz="342900" rtl="0" eaLnBrk="1" latinLnBrk="0" hangingPunct="1">
        <a:defRPr kumimoji="1" sz="1350" kern="1200">
          <a:solidFill>
            <a:schemeClr val="tx1"/>
          </a:solidFill>
          <a:latin typeface="+mn-lt"/>
          <a:ea typeface="+mn-ea"/>
          <a:cs typeface="+mn-cs"/>
        </a:defRPr>
      </a:lvl6pPr>
      <a:lvl7pPr marL="2057400" algn="l" defTabSz="342900" rtl="0" eaLnBrk="1" latinLnBrk="0" hangingPunct="1">
        <a:defRPr kumimoji="1" sz="1350" kern="1200">
          <a:solidFill>
            <a:schemeClr val="tx1"/>
          </a:solidFill>
          <a:latin typeface="+mn-lt"/>
          <a:ea typeface="+mn-ea"/>
          <a:cs typeface="+mn-cs"/>
        </a:defRPr>
      </a:lvl7pPr>
      <a:lvl8pPr marL="2400300" algn="l" defTabSz="342900" rtl="0" eaLnBrk="1" latinLnBrk="0" hangingPunct="1">
        <a:defRPr kumimoji="1" sz="1350" kern="1200">
          <a:solidFill>
            <a:schemeClr val="tx1"/>
          </a:solidFill>
          <a:latin typeface="+mn-lt"/>
          <a:ea typeface="+mn-ea"/>
          <a:cs typeface="+mn-cs"/>
        </a:defRPr>
      </a:lvl8pPr>
      <a:lvl9pPr marL="2743200" algn="l" defTabSz="3429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hyperlink" Target="https://twitter.com/Fujiwo" TargetMode="External"/><Relationship Id="rId7"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jpeg"/><Relationship Id="rId10" Type="http://schemas.openxmlformats.org/officeDocument/2006/relationships/image" Target="../media/image9.png"/><Relationship Id="rId4" Type="http://schemas.openxmlformats.org/officeDocument/2006/relationships/image" Target="../media/image3.gif"/><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www.docswell.com/s/Fujiwo/5RE214-2025-08-aiagent" TargetMode="External"/><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hyperlink" Target="https://metaversesouken.com/ai/chatgpt/mechanism-3/" TargetMode="External"/><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hyperlink" Target="https://github.blog/jp/2025-02-07-github-copilot-the-agent-awakens/" TargetMode="External"/><Relationship Id="rId3" Type="http://schemas.openxmlformats.org/officeDocument/2006/relationships/image" Target="../media/image24.jpeg"/><Relationship Id="rId7" Type="http://schemas.openxmlformats.org/officeDocument/2006/relationships/hyperlink" Target="https://forest.watch.impress.co.jp/docs/news/2015069.html"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github/copilot-cli" TargetMode="External"/><Relationship Id="rId5" Type="http://schemas.openxmlformats.org/officeDocument/2006/relationships/hyperlink" Target="https://github.com/google-gemini/gemini-cli" TargetMode="External"/><Relationship Id="rId4" Type="http://schemas.openxmlformats.org/officeDocument/2006/relationships/hyperlink" Target="https://docs.anthropic.com/ja/docs/claude-code/overview" TargetMode="External"/><Relationship Id="rId9" Type="http://schemas.openxmlformats.org/officeDocument/2006/relationships/hyperlink" Target="https://github.blog/jp/2025-05-20-github-copilot-meet-the-new-coding-agent/" TargetMode="External"/></Relationships>
</file>

<file path=ppt/slides/_rels/slide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8" Type="http://schemas.openxmlformats.org/officeDocument/2006/relationships/hyperlink" Target="https://fellou.ai/" TargetMode="External"/><Relationship Id="rId13" Type="http://schemas.openxmlformats.org/officeDocument/2006/relationships/hyperlink" Target="https://www.napkin.ai/" TargetMode="External"/><Relationship Id="rId3" Type="http://schemas.openxmlformats.org/officeDocument/2006/relationships/hyperlink" Target="https://notebooklm.google.com/" TargetMode="External"/><Relationship Id="rId7" Type="http://schemas.openxmlformats.org/officeDocument/2006/relationships/hyperlink" Target="https://skywork.ai/" TargetMode="External"/><Relationship Id="rId12" Type="http://schemas.openxmlformats.org/officeDocument/2006/relationships/hyperlink" Target="https://www.diabrowser.com/"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hyperlink" Target="https://www.perplexity.ai/labs" TargetMode="External"/><Relationship Id="rId11" Type="http://schemas.openxmlformats.org/officeDocument/2006/relationships/hyperlink" Target="https://www.genspark.ai/browser" TargetMode="External"/><Relationship Id="rId5" Type="http://schemas.openxmlformats.org/officeDocument/2006/relationships/hyperlink" Target="https://manus.im/" TargetMode="External"/><Relationship Id="rId10" Type="http://schemas.openxmlformats.org/officeDocument/2006/relationships/image" Target="../media/image29.png"/><Relationship Id="rId4" Type="http://schemas.openxmlformats.org/officeDocument/2006/relationships/hyperlink" Target="https://www.genspark.ai/" TargetMode="External"/><Relationship Id="rId9" Type="http://schemas.openxmlformats.org/officeDocument/2006/relationships/hyperlink" Target="https://www.operaneon.com/"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modelcontextprotocol.io/introduction" TargetMode="Externa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modelcontextprotocol" TargetMode="External"/><Relationship Id="rId2" Type="http://schemas.openxmlformats.org/officeDocument/2006/relationships/hyperlink" Target="https://modelcontextprotocol.io/introduction" TargetMode="Externa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hyperlink" Target="https://github.com/Microsoft/mcp" TargetMode="External"/><Relationship Id="rId4" Type="http://schemas.openxmlformats.org/officeDocument/2006/relationships/hyperlink" Target="https://github.com/modelcontextprotocol/servers"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modelcontextprotocol/servers" TargetMode="External"/><Relationship Id="rId2" Type="http://schemas.openxmlformats.org/officeDocument/2006/relationships/hyperlink" Target="https://github.com/modelcontextprotocol" TargetMode="External"/><Relationship Id="rId1" Type="http://schemas.openxmlformats.org/officeDocument/2006/relationships/slideLayout" Target="../slideLayouts/slideLayout7.xml"/><Relationship Id="rId5" Type="http://schemas.openxmlformats.org/officeDocument/2006/relationships/image" Target="../media/image33.png"/><Relationship Id="rId4" Type="http://schemas.openxmlformats.org/officeDocument/2006/relationships/hyperlink" Target="https://github.com/Microsoft/mcp" TargetMode="External"/></Relationships>
</file>

<file path=ppt/slides/_rels/slide23.xml.rels><?xml version="1.0" encoding="UTF-8" standalone="yes"?>
<Relationships xmlns="http://schemas.openxmlformats.org/package/2006/relationships"><Relationship Id="rId2" Type="http://schemas.openxmlformats.org/officeDocument/2006/relationships/hyperlink" Target="https://ja.wikipedia.org/wiki/JSON-RPC" TargetMode="Externa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hyperlink" Target="https://www.cdata.com/jp/blog/mcp-introduction"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platform.openai.com/docs/guides/function-calling?api-mode=responses" TargetMode="Externa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hyperlink" Target="https://blogs.nvidia.co.jp/blog/what-is-retrieval-augmented-generation/"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35.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hyperlink" Target="https://blogs.nvidia.co.jp/blog/what-is-retrieval-augmented-generation/" TargetMode="External"/><Relationship Id="rId1" Type="http://schemas.openxmlformats.org/officeDocument/2006/relationships/slideLayout" Target="../slideLayouts/slideLayout7.xml"/><Relationship Id="rId4" Type="http://schemas.openxmlformats.org/officeDocument/2006/relationships/image" Target="../media/image39.png"/></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s>
</file>

<file path=ppt/slides/_rels/slide38.xml.rels><?xml version="1.0" encoding="UTF-8" standalone="yes"?>
<Relationships xmlns="http://schemas.openxmlformats.org/package/2006/relationships"><Relationship Id="rId2" Type="http://schemas.openxmlformats.org/officeDocument/2006/relationships/image" Target="../media/image50.jpe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learn.microsoft.com/ja-jp/semantic-kernel/overview/" TargetMode="External"/><Relationship Id="rId2" Type="http://schemas.openxmlformats.org/officeDocument/2006/relationships/hyperlink" Target="https://github.com/microsoft/semantic-kernel" TargetMode="External"/><Relationship Id="rId1" Type="http://schemas.openxmlformats.org/officeDocument/2006/relationships/slideLayout" Target="../slideLayouts/slideLayout7.xml"/><Relationship Id="rId4" Type="http://schemas.openxmlformats.org/officeDocument/2006/relationships/image" Target="../media/image51.png"/></Relationships>
</file>

<file path=ppt/slides/_rels/slide4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hyperlink" Target="https://azure.microsoft.com/en-us/blog/introducing-microsoft-agent-framework/"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hyperlink" Target="https://github.com/microsoft/agent-framework" TargetMode="Externa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7.xml"/><Relationship Id="rId4" Type="http://schemas.openxmlformats.org/officeDocument/2006/relationships/hyperlink" Target="https://devblogs.microsoft.com/dotnet/introducing-microsoft-agent-framework-preview/"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devblogs.microsoft.com/dotnet/introducing-microsoft-agent-framework-preview/" TargetMode="External"/><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hyperlink" Target="https://devblogs.microsoft.com/dotnet/introducing-microsoft-agent-framework-preview/"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hyperlink" Target="https://github.com/modelcontextprotocol/csharp-sdk" TargetMode="External"/><Relationship Id="rId2" Type="http://schemas.openxmlformats.org/officeDocument/2006/relationships/hyperlink" Target="https://github.com/modelcontextprotocol" TargetMode="External"/><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47.xml.rels><?xml version="1.0" encoding="UTF-8" standalone="yes"?>
<Relationships xmlns="http://schemas.openxmlformats.org/package/2006/relationships"><Relationship Id="rId3" Type="http://schemas.openxmlformats.org/officeDocument/2006/relationships/hyperlink" Target="https://github.com/Fujiwo/Shos.AIAgentSample/blob/master/Documents/aiagentlog.md"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hyperlink" Target="https://github.com/Fujiwo/Shos.AIAgentSample/" TargetMode="External"/><Relationship Id="rId2" Type="http://schemas.openxmlformats.org/officeDocument/2006/relationships/image" Target="../media/image59.jpe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descr="人, 探す, ノートパソコン, 男 が含まれている画像&#10;&#10;AI 生成コンテンツは誤りを含む可能性があります。">
            <a:extLst>
              <a:ext uri="{FF2B5EF4-FFF2-40B4-BE49-F238E27FC236}">
                <a16:creationId xmlns:a16="http://schemas.microsoft.com/office/drawing/2014/main" id="{E09DD6BC-8687-08BF-D3EC-B19CE1F5E287}"/>
              </a:ext>
            </a:extLst>
          </p:cNvPr>
          <p:cNvPicPr>
            <a:picLocks noChangeAspect="1"/>
          </p:cNvPicPr>
          <p:nvPr/>
        </p:nvPicPr>
        <p:blipFill>
          <a:blip r:embed="rId2" cstate="print">
            <a:duotone>
              <a:prstClr val="black"/>
              <a:prstClr val="white"/>
            </a:duotone>
            <a:extLst>
              <a:ext uri="{28A0092B-C50C-407E-A947-70E740481C1C}">
                <a14:useLocalDpi xmlns:a14="http://schemas.microsoft.com/office/drawing/2010/main"/>
              </a:ext>
            </a:extLst>
          </a:blip>
          <a:srcRect/>
          <a:stretch>
            <a:fillRect/>
          </a:stretch>
        </p:blipFill>
        <p:spPr>
          <a:xfrm>
            <a:off x="5126718" y="-1"/>
            <a:ext cx="7065281" cy="6858001"/>
          </a:xfrm>
          <a:custGeom>
            <a:avLst/>
            <a:gdLst/>
            <a:ahLst/>
            <a:cxnLst/>
            <a:rect l="l" t="t" r="r" b="b"/>
            <a:pathLst>
              <a:path w="7065281" h="6858001">
                <a:moveTo>
                  <a:pt x="379987" y="0"/>
                </a:moveTo>
                <a:lnTo>
                  <a:pt x="7065281" y="0"/>
                </a:lnTo>
                <a:lnTo>
                  <a:pt x="7065281" y="6858001"/>
                </a:lnTo>
                <a:lnTo>
                  <a:pt x="27809" y="6858001"/>
                </a:lnTo>
                <a:lnTo>
                  <a:pt x="1803228" y="4521201"/>
                </a:lnTo>
                <a:close/>
                <a:moveTo>
                  <a:pt x="0" y="0"/>
                </a:moveTo>
                <a:lnTo>
                  <a:pt x="379987" y="0"/>
                </a:lnTo>
                <a:lnTo>
                  <a:pt x="0" y="407"/>
                </a:lnTo>
                <a:close/>
              </a:path>
            </a:pathLst>
          </a:custGeom>
        </p:spPr>
      </p:pic>
      <p:sp>
        <p:nvSpPr>
          <p:cNvPr id="8" name="正方形/長方形 7">
            <a:extLst>
              <a:ext uri="{FF2B5EF4-FFF2-40B4-BE49-F238E27FC236}">
                <a16:creationId xmlns:a16="http://schemas.microsoft.com/office/drawing/2014/main" id="{E25483EB-F16D-7AF9-5946-70BF51751F6E}"/>
              </a:ext>
            </a:extLst>
          </p:cNvPr>
          <p:cNvSpPr/>
          <p:nvPr/>
        </p:nvSpPr>
        <p:spPr>
          <a:xfrm>
            <a:off x="9859844" y="6186569"/>
            <a:ext cx="2197227" cy="538005"/>
          </a:xfrm>
          <a:prstGeom prst="rect">
            <a:avLst/>
          </a:prstGeom>
          <a:solidFill>
            <a:srgbClr val="000000">
              <a:alpha val="50196"/>
            </a:srgbClr>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2FFFAF16-E777-47D4-A2DE-35BB1450D01E}"/>
              </a:ext>
            </a:extLst>
          </p:cNvPr>
          <p:cNvSpPr>
            <a:spLocks noGrp="1"/>
          </p:cNvSpPr>
          <p:nvPr>
            <p:ph type="ctrTitle"/>
          </p:nvPr>
        </p:nvSpPr>
        <p:spPr>
          <a:xfrm>
            <a:off x="0" y="1871687"/>
            <a:ext cx="6400800" cy="2363763"/>
          </a:xfrm>
          <a:effectLst>
            <a:glow rad="228600">
              <a:schemeClr val="accent1">
                <a:satMod val="175000"/>
                <a:alpha val="40000"/>
              </a:schemeClr>
            </a:glow>
            <a:outerShdw blurRad="50800" dist="38100" dir="2700000" algn="tl" rotWithShape="0">
              <a:prstClr val="black">
                <a:alpha val="40000"/>
              </a:prstClr>
            </a:outerShdw>
          </a:effectLst>
        </p:spPr>
        <p:txBody>
          <a:bodyPr>
            <a:noAutofit/>
          </a:bodyPr>
          <a:lstStyle/>
          <a:p>
            <a:r>
              <a:rPr lang="en-US" altLang="ja-JP" sz="3200" dirty="0"/>
              <a:t>IT</a:t>
            </a:r>
            <a:r>
              <a:rPr lang="ja-JP" altLang="en-US" sz="3200" dirty="0"/>
              <a:t>エンジニア </a:t>
            </a:r>
            <a:r>
              <a:rPr lang="en-US" altLang="ja-JP" sz="3200" dirty="0"/>
              <a:t>(Developer) </a:t>
            </a:r>
            <a:r>
              <a:rPr lang="ja-JP" altLang="en-US" sz="3200" dirty="0"/>
              <a:t>向け</a:t>
            </a:r>
            <a:br>
              <a:rPr lang="en-US" altLang="ja-JP" sz="4400" dirty="0"/>
            </a:br>
            <a:r>
              <a:rPr lang="en-US" altLang="ja-JP" sz="4800" dirty="0"/>
              <a:t>AI</a:t>
            </a:r>
            <a:r>
              <a:rPr lang="ja-JP" altLang="en-US" sz="4800" dirty="0"/>
              <a:t>エージェント開発</a:t>
            </a:r>
            <a:br>
              <a:rPr lang="en-US" altLang="ja-JP" sz="4800" dirty="0"/>
            </a:br>
            <a:r>
              <a:rPr lang="ja-JP" altLang="en-US" sz="4800" dirty="0"/>
              <a:t>ハンズオンセミナー</a:t>
            </a:r>
          </a:p>
        </p:txBody>
      </p:sp>
      <p:sp>
        <p:nvSpPr>
          <p:cNvPr id="3" name="サブタイトル 2">
            <a:extLst>
              <a:ext uri="{FF2B5EF4-FFF2-40B4-BE49-F238E27FC236}">
                <a16:creationId xmlns:a16="http://schemas.microsoft.com/office/drawing/2014/main" id="{EF98B47F-84E2-4641-BD1F-F7A3F805DC9F}"/>
              </a:ext>
            </a:extLst>
          </p:cNvPr>
          <p:cNvSpPr>
            <a:spLocks noGrp="1"/>
          </p:cNvSpPr>
          <p:nvPr>
            <p:ph type="subTitle" idx="1"/>
          </p:nvPr>
        </p:nvSpPr>
        <p:spPr>
          <a:xfrm>
            <a:off x="2654299" y="6357988"/>
            <a:ext cx="2399393" cy="500012"/>
          </a:xfrm>
          <a:effectLst/>
        </p:spPr>
        <p:txBody>
          <a:bodyPr>
            <a:normAutofit/>
          </a:bodyPr>
          <a:lstStyle/>
          <a:p>
            <a:pPr algn="r">
              <a:lnSpc>
                <a:spcPct val="100000"/>
              </a:lnSpc>
            </a:pPr>
            <a:r>
              <a:rPr lang="en-US" altLang="zh-TW" sz="2000" dirty="0">
                <a:solidFill>
                  <a:schemeClr val="bg1">
                    <a:lumMod val="50000"/>
                  </a:schemeClr>
                </a:solidFill>
              </a:rPr>
              <a:t>2025</a:t>
            </a:r>
            <a:r>
              <a:rPr lang="zh-TW" altLang="en-US" sz="2000" dirty="0">
                <a:solidFill>
                  <a:schemeClr val="bg1">
                    <a:lumMod val="50000"/>
                  </a:schemeClr>
                </a:solidFill>
              </a:rPr>
              <a:t>年</a:t>
            </a:r>
            <a:r>
              <a:rPr lang="en-US" altLang="zh-TW" sz="2000" dirty="0">
                <a:solidFill>
                  <a:schemeClr val="bg1">
                    <a:lumMod val="50000"/>
                  </a:schemeClr>
                </a:solidFill>
              </a:rPr>
              <a:t>10</a:t>
            </a:r>
            <a:r>
              <a:rPr lang="zh-TW" altLang="en-US" sz="2000" dirty="0">
                <a:solidFill>
                  <a:schemeClr val="bg1">
                    <a:lumMod val="50000"/>
                  </a:schemeClr>
                </a:solidFill>
              </a:rPr>
              <a:t>月</a:t>
            </a:r>
            <a:r>
              <a:rPr lang="ja-JP" altLang="en-US" sz="2000" dirty="0">
                <a:solidFill>
                  <a:schemeClr val="bg1">
                    <a:lumMod val="50000"/>
                  </a:schemeClr>
                </a:solidFill>
              </a:rPr>
              <a:t>吉</a:t>
            </a:r>
            <a:r>
              <a:rPr lang="zh-TW" altLang="en-US" sz="2000" dirty="0">
                <a:solidFill>
                  <a:schemeClr val="bg1">
                    <a:lumMod val="50000"/>
                  </a:schemeClr>
                </a:solidFill>
              </a:rPr>
              <a:t>日</a:t>
            </a:r>
            <a:endParaRPr lang="en-US" altLang="zh-TW" sz="1800" dirty="0">
              <a:solidFill>
                <a:schemeClr val="bg1">
                  <a:lumMod val="50000"/>
                </a:schemeClr>
              </a:solidFill>
            </a:endParaRPr>
          </a:p>
        </p:txBody>
      </p:sp>
      <p:sp>
        <p:nvSpPr>
          <p:cNvPr id="9" name="タイトル 1">
            <a:extLst>
              <a:ext uri="{FF2B5EF4-FFF2-40B4-BE49-F238E27FC236}">
                <a16:creationId xmlns:a16="http://schemas.microsoft.com/office/drawing/2014/main" id="{4F81845C-71C7-4209-BD2B-B6A832CDBF32}"/>
              </a:ext>
            </a:extLst>
          </p:cNvPr>
          <p:cNvSpPr txBox="1">
            <a:spLocks/>
          </p:cNvSpPr>
          <p:nvPr/>
        </p:nvSpPr>
        <p:spPr>
          <a:xfrm>
            <a:off x="8077199" y="6108192"/>
            <a:ext cx="3979873" cy="590611"/>
          </a:xfrm>
          <a:prstGeom prst="rect">
            <a:avLst/>
          </a:prstGeom>
          <a:effectLst>
            <a:glow rad="139700">
              <a:schemeClr val="accent1">
                <a:satMod val="175000"/>
                <a:alpha val="40000"/>
              </a:schemeClr>
            </a:glow>
            <a:outerShdw blurRad="50800" dist="38100" dir="2700000" algn="tl" rotWithShape="0">
              <a:prstClr val="black">
                <a:alpha val="40000"/>
              </a:prstClr>
            </a:outerShdw>
          </a:effectLst>
        </p:spPr>
        <p:txBody>
          <a:bodyPr vert="horz" lIns="91440" tIns="45720" rIns="91440" bIns="45720" rtlCol="0" anchor="b">
            <a:noAutofit/>
          </a:bodyPr>
          <a:lstStyle>
            <a:lvl1pPr algn="ctr" defTabSz="342900" rtl="0" eaLnBrk="1" latinLnBrk="0" hangingPunct="1">
              <a:spcBef>
                <a:spcPct val="0"/>
              </a:spcBef>
              <a:buNone/>
              <a:defRPr kumimoji="1" sz="4050" kern="1200">
                <a:solidFill>
                  <a:schemeClr val="accent2">
                    <a:lumMod val="75000"/>
                  </a:schemeClr>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pPr algn="r"/>
            <a:r>
              <a:rPr lang="ja-JP" altLang="en-US" sz="2800" dirty="0">
                <a:solidFill>
                  <a:schemeClr val="bg1"/>
                </a:solidFill>
              </a:rPr>
              <a:t>小島 富治雄</a:t>
            </a:r>
            <a:endParaRPr lang="ja-JP" altLang="en-US" sz="3200" dirty="0">
              <a:solidFill>
                <a:schemeClr val="bg1"/>
              </a:solidFill>
            </a:endParaRPr>
          </a:p>
        </p:txBody>
      </p:sp>
    </p:spTree>
    <p:extLst>
      <p:ext uri="{BB962C8B-B14F-4D97-AF65-F5344CB8AC3E}">
        <p14:creationId xmlns:p14="http://schemas.microsoft.com/office/powerpoint/2010/main" val="260713026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p:cNvSpPr>
            <a:spLocks noGrp="1"/>
          </p:cNvSpPr>
          <p:nvPr>
            <p:ph type="body" sz="quarter" idx="10"/>
          </p:nvPr>
        </p:nvSpPr>
        <p:spPr>
          <a:xfrm>
            <a:off x="269239" y="1189177"/>
            <a:ext cx="11653523" cy="5668823"/>
          </a:xfrm>
          <a:effectLst/>
        </p:spPr>
        <p:txBody>
          <a:bodyPr>
            <a:normAutofit/>
          </a:bodyPr>
          <a:lstStyle/>
          <a:p>
            <a:pPr>
              <a:lnSpc>
                <a:spcPct val="200000"/>
              </a:lnSpc>
            </a:pPr>
            <a:r>
              <a:rPr lang="ja-JP" altLang="en-US" sz="2800" dirty="0"/>
              <a:t>小島 富治雄 </a:t>
            </a:r>
            <a:r>
              <a:rPr lang="en-US" altLang="ja-JP" sz="2400" i="1" dirty="0">
                <a:hlinkClick r:id="rId3"/>
              </a:rPr>
              <a:t>@</a:t>
            </a:r>
            <a:r>
              <a:rPr lang="en-US" altLang="ja-JP" sz="2400" i="1" dirty="0" err="1">
                <a:hlinkClick r:id="rId3"/>
              </a:rPr>
              <a:t>Fujiwo</a:t>
            </a:r>
            <a:endParaRPr lang="en-US" altLang="ja-JP" sz="2800" i="1" dirty="0"/>
          </a:p>
          <a:p>
            <a:pPr>
              <a:lnSpc>
                <a:spcPct val="200000"/>
              </a:lnSpc>
            </a:pPr>
            <a:r>
              <a:rPr lang="en-US" altLang="ja-JP" sz="2800" i="1" dirty="0"/>
              <a:t> Microsoft MVP (2005-2026)</a:t>
            </a:r>
          </a:p>
          <a:p>
            <a:pPr>
              <a:lnSpc>
                <a:spcPct val="200000"/>
              </a:lnSpc>
            </a:pPr>
            <a:r>
              <a:rPr lang="en-US" altLang="ja-JP" sz="2800" i="1" dirty="0"/>
              <a:t> </a:t>
            </a:r>
          </a:p>
        </p:txBody>
      </p:sp>
      <p:sp>
        <p:nvSpPr>
          <p:cNvPr id="3" name="タイトル 2"/>
          <p:cNvSpPr>
            <a:spLocks noGrp="1"/>
          </p:cNvSpPr>
          <p:nvPr>
            <p:ph type="title"/>
          </p:nvPr>
        </p:nvSpPr>
        <p:spPr>
          <a:effectLst>
            <a:outerShdw blurRad="50800" dist="38100" dir="2700000" algn="tl" rotWithShape="0">
              <a:prstClr val="black">
                <a:alpha val="40000"/>
              </a:prstClr>
            </a:outerShdw>
          </a:effectLst>
        </p:spPr>
        <p:txBody>
          <a:bodyPr>
            <a:normAutofit/>
          </a:bodyPr>
          <a:lstStyle/>
          <a:p>
            <a:r>
              <a:rPr lang="ja-JP" altLang="en-US" sz="4050"/>
              <a:t>自己紹介</a:t>
            </a:r>
            <a:endParaRPr lang="ja-JP" altLang="en-US" sz="4050" dirty="0"/>
          </a:p>
        </p:txBody>
      </p:sp>
      <p:pic>
        <p:nvPicPr>
          <p:cNvPr id="1028" name="Picture 4" descr="FITEA - 福井情報技術者協会"/>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453488" y="5355059"/>
            <a:ext cx="1250156" cy="750095"/>
          </a:xfrm>
          <a:prstGeom prst="rect">
            <a:avLst/>
          </a:prstGeom>
          <a:effectLst>
            <a:outerShdw blurRad="50800" dist="38100" dir="2700000" algn="tl" rotWithShape="0">
              <a:prstClr val="black">
                <a:alpha val="40000"/>
              </a:prstClr>
            </a:outerShdw>
          </a:effectLst>
        </p:spPr>
        <p:style>
          <a:lnRef idx="1">
            <a:schemeClr val="dk1"/>
          </a:lnRef>
          <a:fillRef idx="2">
            <a:schemeClr val="dk1"/>
          </a:fillRef>
          <a:effectRef idx="1">
            <a:schemeClr val="dk1"/>
          </a:effectRef>
          <a:fontRef idx="minor">
            <a:schemeClr val="dk1"/>
          </a:fontRef>
        </p:style>
      </p:pic>
      <p:pic>
        <p:nvPicPr>
          <p:cNvPr id="1030" name="Picture 6" descr="こみゅぷらす (COMU+)"/>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2853192" y="5355059"/>
            <a:ext cx="1530076" cy="760103"/>
          </a:xfrm>
          <a:prstGeom prst="rect">
            <a:avLst/>
          </a:prstGeom>
          <a:effectLst>
            <a:outerShdw blurRad="50800" dist="38100" dir="2700000" algn="tl" rotWithShape="0">
              <a:prstClr val="black">
                <a:alpha val="40000"/>
              </a:prstClr>
            </a:outerShdw>
          </a:effectLst>
        </p:spPr>
        <p:style>
          <a:lnRef idx="1">
            <a:schemeClr val="dk1"/>
          </a:lnRef>
          <a:fillRef idx="2">
            <a:schemeClr val="dk1"/>
          </a:fillRef>
          <a:effectRef idx="1">
            <a:schemeClr val="dk1"/>
          </a:effectRef>
          <a:fontRef idx="minor">
            <a:schemeClr val="dk1"/>
          </a:fontRef>
        </p:style>
      </p:pic>
      <p:pic>
        <p:nvPicPr>
          <p:cNvPr id="4" name="図 3"/>
          <p:cNvPicPr>
            <a:picLocks noChangeAspect="1"/>
          </p:cNvPicPr>
          <p:nvPr/>
        </p:nvPicPr>
        <p:blipFill>
          <a:blip r:embed="rId6">
            <a:extLst>
              <a:ext uri="{28A0092B-C50C-407E-A947-70E740481C1C}">
                <a14:useLocalDpi xmlns:a14="http://schemas.microsoft.com/office/drawing/2010/main"/>
              </a:ext>
            </a:extLst>
          </a:blip>
          <a:stretch>
            <a:fillRect/>
          </a:stretch>
        </p:blipFill>
        <p:spPr>
          <a:xfrm>
            <a:off x="6830356" y="2488329"/>
            <a:ext cx="1892006" cy="765306"/>
          </a:xfrm>
          <a:prstGeom prst="rect">
            <a:avLst/>
          </a:prstGeom>
          <a:effectLst>
            <a:outerShdw blurRad="50800" dist="38100" dir="2700000" algn="tl" rotWithShape="0">
              <a:prstClr val="black">
                <a:alpha val="40000"/>
              </a:prstClr>
            </a:outerShdw>
          </a:effectLst>
        </p:spPr>
      </p:pic>
      <p:pic>
        <p:nvPicPr>
          <p:cNvPr id="9" name="図 8">
            <a:extLst>
              <a:ext uri="{FF2B5EF4-FFF2-40B4-BE49-F238E27FC236}">
                <a16:creationId xmlns:a16="http://schemas.microsoft.com/office/drawing/2014/main" id="{ED401A50-1931-4E23-83A1-7774FD04B6BE}"/>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1895765" y="5347453"/>
            <a:ext cx="765306" cy="765306"/>
          </a:xfrm>
          <a:prstGeom prst="rect">
            <a:avLst/>
          </a:prstGeom>
          <a:effectLst>
            <a:outerShdw blurRad="50800" dist="38100" dir="2700000" algn="tl" rotWithShape="0">
              <a:prstClr val="black">
                <a:alpha val="40000"/>
              </a:prstClr>
            </a:outerShdw>
          </a:effectLst>
        </p:spPr>
      </p:pic>
      <p:pic>
        <p:nvPicPr>
          <p:cNvPr id="6" name="図 5" descr="人, 建物, 立っている, 男性 が含まれている画像&#10;&#10;自動的に生成された説明">
            <a:extLst>
              <a:ext uri="{FF2B5EF4-FFF2-40B4-BE49-F238E27FC236}">
                <a16:creationId xmlns:a16="http://schemas.microsoft.com/office/drawing/2014/main" id="{3011B624-D48E-4808-A80A-A3E416B4BAD8}"/>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8988426" y="1189177"/>
            <a:ext cx="3200400" cy="2400300"/>
          </a:xfrm>
          <a:prstGeom prst="rect">
            <a:avLst/>
          </a:prstGeom>
          <a:effectLst>
            <a:outerShdw blurRad="50800" dist="38100" dir="2700000" algn="tl" rotWithShape="0">
              <a:prstClr val="black">
                <a:alpha val="40000"/>
              </a:prstClr>
            </a:outerShdw>
          </a:effectLst>
        </p:spPr>
      </p:pic>
      <p:pic>
        <p:nvPicPr>
          <p:cNvPr id="10" name="図 9">
            <a:extLst>
              <a:ext uri="{FF2B5EF4-FFF2-40B4-BE49-F238E27FC236}">
                <a16:creationId xmlns:a16="http://schemas.microsoft.com/office/drawing/2014/main" id="{BFA6C744-D126-43F2-919F-292DF77F605F}"/>
              </a:ext>
            </a:extLst>
          </p:cNvPr>
          <p:cNvPicPr>
            <a:picLocks noChangeAspect="1"/>
          </p:cNvPicPr>
          <p:nvPr/>
        </p:nvPicPr>
        <p:blipFill>
          <a:blip r:embed="rId9">
            <a:extLst>
              <a:ext uri="{28A0092B-C50C-407E-A947-70E740481C1C}">
                <a14:useLocalDpi xmlns:a14="http://schemas.microsoft.com/office/drawing/2010/main"/>
              </a:ext>
            </a:extLst>
          </a:blip>
          <a:stretch>
            <a:fillRect/>
          </a:stretch>
        </p:blipFill>
        <p:spPr>
          <a:xfrm>
            <a:off x="623500" y="3329226"/>
            <a:ext cx="4705350" cy="742950"/>
          </a:xfrm>
          <a:prstGeom prst="rect">
            <a:avLst/>
          </a:prstGeom>
          <a:effectLst>
            <a:outerShdw blurRad="50800" dist="38100" dir="2700000" algn="tl" rotWithShape="0">
              <a:prstClr val="black">
                <a:alpha val="40000"/>
              </a:prstClr>
            </a:outerShdw>
          </a:effectLst>
        </p:spPr>
      </p:pic>
      <p:pic>
        <p:nvPicPr>
          <p:cNvPr id="11" name="図 10">
            <a:extLst>
              <a:ext uri="{FF2B5EF4-FFF2-40B4-BE49-F238E27FC236}">
                <a16:creationId xmlns:a16="http://schemas.microsoft.com/office/drawing/2014/main" id="{13BEC8EF-3480-4228-891A-9E59DE5219BD}"/>
              </a:ext>
            </a:extLst>
          </p:cNvPr>
          <p:cNvPicPr>
            <a:picLocks noChangeAspect="1"/>
          </p:cNvPicPr>
          <p:nvPr/>
        </p:nvPicPr>
        <p:blipFill>
          <a:blip r:embed="rId10">
            <a:extLst>
              <a:ext uri="{28A0092B-C50C-407E-A947-70E740481C1C}">
                <a14:useLocalDpi xmlns:a14="http://schemas.microsoft.com/office/drawing/2010/main"/>
              </a:ext>
            </a:extLst>
          </a:blip>
          <a:stretch>
            <a:fillRect/>
          </a:stretch>
        </p:blipFill>
        <p:spPr>
          <a:xfrm>
            <a:off x="5338377" y="3410050"/>
            <a:ext cx="1515250" cy="66212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1112048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2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descr="人, テーブル, 屋内, グループ が含まれている画像&#10;&#10;AI 生成コンテンツは誤りを含む可能性があります。">
            <a:extLst>
              <a:ext uri="{FF2B5EF4-FFF2-40B4-BE49-F238E27FC236}">
                <a16:creationId xmlns:a16="http://schemas.microsoft.com/office/drawing/2014/main" id="{58C73BE3-5CF9-23B1-FE5E-B38E2DEB7523}"/>
              </a:ext>
            </a:extLst>
          </p:cNvPr>
          <p:cNvPicPr>
            <a:picLocks noChangeAspect="1"/>
          </p:cNvPicPr>
          <p:nvPr/>
        </p:nvPicPr>
        <p:blipFill>
          <a:blip r:embed="rId2" cstate="print">
            <a:alphaModFix amt="20000"/>
            <a:extLst>
              <a:ext uri="{28A0092B-C50C-407E-A947-70E740481C1C}">
                <a14:useLocalDpi xmlns:a14="http://schemas.microsoft.com/office/drawing/2010/main"/>
              </a:ext>
            </a:extLst>
          </a:blip>
          <a:srcRect/>
          <a:stretch>
            <a:fillRect/>
          </a:stretch>
        </p:blipFill>
        <p:spPr>
          <a:xfrm>
            <a:off x="-39029" y="0"/>
            <a:ext cx="12227853" cy="6972300"/>
          </a:xfrm>
          <a:prstGeom prst="rect">
            <a:avLst/>
          </a:prstGeom>
        </p:spPr>
      </p:pic>
      <p:sp>
        <p:nvSpPr>
          <p:cNvPr id="2" name="テキスト プレースホルダー 1">
            <a:extLst>
              <a:ext uri="{FF2B5EF4-FFF2-40B4-BE49-F238E27FC236}">
                <a16:creationId xmlns:a16="http://schemas.microsoft.com/office/drawing/2014/main" id="{2286BFE7-F980-5B63-12B0-0FC2CAD8A858}"/>
              </a:ext>
            </a:extLst>
          </p:cNvPr>
          <p:cNvSpPr>
            <a:spLocks noGrp="1"/>
          </p:cNvSpPr>
          <p:nvPr>
            <p:ph type="body" sz="quarter" idx="10"/>
          </p:nvPr>
        </p:nvSpPr>
        <p:spPr>
          <a:xfrm>
            <a:off x="269239" y="1189177"/>
            <a:ext cx="11653523" cy="5461495"/>
          </a:xfrm>
        </p:spPr>
        <p:txBody>
          <a:bodyPr/>
          <a:lstStyle/>
          <a:p>
            <a:r>
              <a:rPr kumimoji="1" lang="en-US" altLang="ja-JP" sz="1800" dirty="0"/>
              <a:t>2018</a:t>
            </a:r>
            <a:r>
              <a:rPr kumimoji="1" lang="ja-JP" altLang="en-US" sz="1800" dirty="0"/>
              <a:t>年 </a:t>
            </a:r>
            <a:r>
              <a:rPr kumimoji="1" lang="en-US" altLang="ja-JP" sz="2000" dirty="0"/>
              <a:t>『</a:t>
            </a:r>
            <a:r>
              <a:rPr kumimoji="1" lang="ja-JP" altLang="en-US" sz="2000" dirty="0"/>
              <a:t>機械学習勉強会</a:t>
            </a:r>
            <a:r>
              <a:rPr kumimoji="1" lang="en-US" altLang="ja-JP" sz="2000" dirty="0"/>
              <a:t>』</a:t>
            </a:r>
          </a:p>
          <a:p>
            <a:r>
              <a:rPr kumimoji="1" lang="en-US" altLang="ja-JP" sz="1800" dirty="0"/>
              <a:t>2019</a:t>
            </a:r>
            <a:r>
              <a:rPr kumimoji="1" lang="ja-JP" altLang="en-US" sz="1800" dirty="0"/>
              <a:t>年</a:t>
            </a:r>
          </a:p>
          <a:p>
            <a:pPr lvl="1"/>
            <a:r>
              <a:rPr kumimoji="1" lang="en-US" altLang="ja-JP" sz="2000" dirty="0"/>
              <a:t>『AI/ML</a:t>
            </a:r>
            <a:r>
              <a:rPr kumimoji="1" lang="ja-JP" altLang="en-US" sz="2000" dirty="0"/>
              <a:t>勉強会 基本編</a:t>
            </a:r>
            <a:r>
              <a:rPr kumimoji="1" lang="en-US" altLang="ja-JP" sz="2000" dirty="0"/>
              <a:t>』</a:t>
            </a:r>
          </a:p>
          <a:p>
            <a:pPr lvl="1"/>
            <a:r>
              <a:rPr kumimoji="1" lang="en-US" altLang="ja-JP" sz="2000" dirty="0"/>
              <a:t>『AI/ML</a:t>
            </a:r>
            <a:r>
              <a:rPr kumimoji="1" lang="ja-JP" altLang="en-US" sz="2000" dirty="0"/>
              <a:t>勉強会 </a:t>
            </a:r>
            <a:r>
              <a:rPr kumimoji="1" lang="en-US" altLang="ja-JP" sz="2000" dirty="0"/>
              <a:t>IoT</a:t>
            </a:r>
            <a:r>
              <a:rPr kumimoji="1" lang="ja-JP" altLang="en-US" sz="2000" dirty="0"/>
              <a:t>編</a:t>
            </a:r>
            <a:r>
              <a:rPr kumimoji="1" lang="en-US" altLang="ja-JP" sz="2000" dirty="0"/>
              <a:t>』</a:t>
            </a:r>
          </a:p>
          <a:p>
            <a:r>
              <a:rPr kumimoji="1" lang="en-US" altLang="ja-JP" sz="1800" dirty="0"/>
              <a:t>2021</a:t>
            </a:r>
            <a:r>
              <a:rPr kumimoji="1" lang="ja-JP" altLang="en-US" sz="1800" dirty="0"/>
              <a:t>年～ </a:t>
            </a:r>
            <a:r>
              <a:rPr lang="en-US" altLang="ja-JP" sz="2000" dirty="0"/>
              <a:t>『AI</a:t>
            </a:r>
            <a:r>
              <a:rPr lang="ja-JP" altLang="en-US" sz="2000" dirty="0"/>
              <a:t>・</a:t>
            </a:r>
            <a:r>
              <a:rPr lang="en-US" altLang="ja-JP" sz="2000" dirty="0"/>
              <a:t>ML</a:t>
            </a:r>
            <a:r>
              <a:rPr lang="ja-JP" altLang="en-US" sz="2000" dirty="0"/>
              <a:t>勉強会</a:t>
            </a:r>
            <a:r>
              <a:rPr lang="en-US" altLang="ja-JP" sz="2000" dirty="0"/>
              <a:t>』</a:t>
            </a:r>
            <a:r>
              <a:rPr lang="ja-JP" altLang="en-US" sz="2000" dirty="0"/>
              <a:t> チャンネル </a:t>
            </a:r>
            <a:r>
              <a:rPr lang="en-US" altLang="ja-JP" sz="2000" dirty="0"/>
              <a:t>(Teams)</a:t>
            </a:r>
          </a:p>
          <a:p>
            <a:r>
              <a:rPr lang="en-US" altLang="ja-JP" sz="1800" dirty="0"/>
              <a:t>2024</a:t>
            </a:r>
            <a:r>
              <a:rPr lang="ja-JP" altLang="en-US" sz="1800" dirty="0"/>
              <a:t>年 </a:t>
            </a:r>
            <a:r>
              <a:rPr lang="en-US" altLang="ja-JP" sz="2000" dirty="0"/>
              <a:t>『</a:t>
            </a:r>
            <a:r>
              <a:rPr lang="ja-JP" altLang="en-US" sz="2000" dirty="0"/>
              <a:t>生成</a:t>
            </a:r>
            <a:r>
              <a:rPr lang="en-US" altLang="ja-JP" sz="2000" dirty="0"/>
              <a:t>AI</a:t>
            </a:r>
            <a:r>
              <a:rPr lang="ja-JP" altLang="en-US" sz="2000" dirty="0"/>
              <a:t>入門 </a:t>
            </a:r>
            <a:r>
              <a:rPr lang="ja-JP" altLang="en-US" sz="1800" dirty="0"/>
              <a:t>～人工知能</a:t>
            </a:r>
            <a:r>
              <a:rPr lang="en-US" altLang="ja-JP" sz="1800" dirty="0"/>
              <a:t>/</a:t>
            </a:r>
            <a:r>
              <a:rPr lang="ja-JP" altLang="en-US" sz="1800" dirty="0"/>
              <a:t>機械学習とは～</a:t>
            </a:r>
            <a:r>
              <a:rPr lang="en-US" altLang="ja-JP" sz="2000" dirty="0"/>
              <a:t>』</a:t>
            </a:r>
          </a:p>
          <a:p>
            <a:r>
              <a:rPr lang="en-US" altLang="ja-JP" sz="1800" dirty="0"/>
              <a:t>2025</a:t>
            </a:r>
            <a:r>
              <a:rPr lang="ja-JP" altLang="en-US" sz="1800" dirty="0"/>
              <a:t>年</a:t>
            </a:r>
            <a:endParaRPr lang="en-US" altLang="ja-JP" sz="1800" dirty="0"/>
          </a:p>
          <a:p>
            <a:pPr lvl="1"/>
            <a:r>
              <a:rPr lang="en-US" altLang="ja-JP" sz="2000" dirty="0"/>
              <a:t>『AI</a:t>
            </a:r>
            <a:r>
              <a:rPr lang="ja-JP" altLang="en-US" sz="2000" dirty="0"/>
              <a:t>エージェント勉強会 ～マイクロソフトの最新技術発表を受けて～</a:t>
            </a:r>
            <a:r>
              <a:rPr lang="en-US" altLang="ja-JP" sz="2000" dirty="0"/>
              <a:t>』</a:t>
            </a:r>
          </a:p>
          <a:p>
            <a:pPr lvl="1"/>
            <a:r>
              <a:rPr lang="en-US" altLang="ja-JP" sz="2000" dirty="0"/>
              <a:t>『AI</a:t>
            </a:r>
            <a:r>
              <a:rPr lang="ja-JP" altLang="en-US" sz="2000" dirty="0"/>
              <a:t>エージェント開発ハンズオンセミナー</a:t>
            </a:r>
            <a:r>
              <a:rPr lang="en-US" altLang="ja-JP" sz="2000" dirty="0"/>
              <a:t>』</a:t>
            </a:r>
          </a:p>
          <a:p>
            <a:pPr lvl="1"/>
            <a:endParaRPr kumimoji="1" lang="ja-JP" altLang="en-US" sz="2000" dirty="0"/>
          </a:p>
        </p:txBody>
      </p:sp>
      <p:sp>
        <p:nvSpPr>
          <p:cNvPr id="3" name="タイトル 2">
            <a:extLst>
              <a:ext uri="{FF2B5EF4-FFF2-40B4-BE49-F238E27FC236}">
                <a16:creationId xmlns:a16="http://schemas.microsoft.com/office/drawing/2014/main" id="{AF481B41-4525-0735-BF9B-4097ADC84776}"/>
              </a:ext>
            </a:extLst>
          </p:cNvPr>
          <p:cNvSpPr>
            <a:spLocks noGrp="1"/>
          </p:cNvSpPr>
          <p:nvPr>
            <p:ph type="title"/>
          </p:nvPr>
        </p:nvSpPr>
        <p:spPr/>
        <p:txBody>
          <a:bodyPr/>
          <a:lstStyle/>
          <a:p>
            <a:r>
              <a:rPr kumimoji="1" lang="ja-JP" altLang="en-US" dirty="0"/>
              <a:t>社内での取り組み</a:t>
            </a:r>
          </a:p>
        </p:txBody>
      </p:sp>
      <p:sp>
        <p:nvSpPr>
          <p:cNvPr id="4" name="スライド番号プレースホルダー 3">
            <a:extLst>
              <a:ext uri="{FF2B5EF4-FFF2-40B4-BE49-F238E27FC236}">
                <a16:creationId xmlns:a16="http://schemas.microsoft.com/office/drawing/2014/main" id="{62486499-9B13-B377-BCE9-357FD75CC30F}"/>
              </a:ext>
            </a:extLst>
          </p:cNvPr>
          <p:cNvSpPr>
            <a:spLocks noGrp="1"/>
          </p:cNvSpPr>
          <p:nvPr>
            <p:ph type="sldNum" sz="quarter" idx="11"/>
          </p:nvPr>
        </p:nvSpPr>
        <p:spPr/>
        <p:txBody>
          <a:bodyPr/>
          <a:lstStyle/>
          <a:p>
            <a:fld id="{B01966AA-40F2-4759-97C9-DDA0BED365A6}" type="slidenum">
              <a:rPr kumimoji="1" lang="ja-JP" altLang="en-US" smtClean="0"/>
              <a:pPr/>
              <a:t>2</a:t>
            </a:fld>
            <a:endParaRPr kumimoji="1" lang="ja-JP" altLang="en-US"/>
          </a:p>
        </p:txBody>
      </p:sp>
    </p:spTree>
    <p:extLst>
      <p:ext uri="{BB962C8B-B14F-4D97-AF65-F5344CB8AC3E}">
        <p14:creationId xmlns:p14="http://schemas.microsoft.com/office/powerpoint/2010/main" val="3769234259"/>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descr="ノートパソコンで作業をしている人たち&#10;&#10;AI 生成コンテンツは誤りを含む可能性があります。">
            <a:extLst>
              <a:ext uri="{FF2B5EF4-FFF2-40B4-BE49-F238E27FC236}">
                <a16:creationId xmlns:a16="http://schemas.microsoft.com/office/drawing/2014/main" id="{9D2EAA3E-EB23-E931-0721-2CF861B295A9}"/>
              </a:ext>
            </a:extLst>
          </p:cNvPr>
          <p:cNvPicPr>
            <a:picLocks noChangeAspect="1"/>
          </p:cNvPicPr>
          <p:nvPr/>
        </p:nvPicPr>
        <p:blipFill>
          <a:blip r:embed="rId2" cstate="print">
            <a:alphaModFix amt="20000"/>
            <a:extLst>
              <a:ext uri="{28A0092B-C50C-407E-A947-70E740481C1C}">
                <a14:useLocalDpi xmlns:a14="http://schemas.microsoft.com/office/drawing/2010/main"/>
              </a:ext>
            </a:extLst>
          </a:blip>
          <a:srcRect/>
          <a:stretch>
            <a:fillRect/>
          </a:stretch>
        </p:blipFill>
        <p:spPr>
          <a:xfrm>
            <a:off x="0" y="0"/>
            <a:ext cx="12188824" cy="6858000"/>
          </a:xfrm>
          <a:prstGeom prst="rect">
            <a:avLst/>
          </a:prstGeom>
        </p:spPr>
      </p:pic>
      <p:sp>
        <p:nvSpPr>
          <p:cNvPr id="2" name="テキスト プレースホルダー 1">
            <a:extLst>
              <a:ext uri="{FF2B5EF4-FFF2-40B4-BE49-F238E27FC236}">
                <a16:creationId xmlns:a16="http://schemas.microsoft.com/office/drawing/2014/main" id="{2286BFE7-F980-5B63-12B0-0FC2CAD8A858}"/>
              </a:ext>
            </a:extLst>
          </p:cNvPr>
          <p:cNvSpPr>
            <a:spLocks noGrp="1"/>
          </p:cNvSpPr>
          <p:nvPr>
            <p:ph type="body" sz="quarter" idx="10"/>
          </p:nvPr>
        </p:nvSpPr>
        <p:spPr>
          <a:xfrm>
            <a:off x="269239" y="1189177"/>
            <a:ext cx="11653523" cy="4386970"/>
          </a:xfrm>
        </p:spPr>
        <p:txBody>
          <a:bodyPr/>
          <a:lstStyle/>
          <a:p>
            <a:r>
              <a:rPr kumimoji="1" lang="en-US" altLang="ja-JP" sz="1800" dirty="0"/>
              <a:t>2018</a:t>
            </a:r>
            <a:r>
              <a:rPr kumimoji="1" lang="ja-JP" altLang="en-US" sz="1800" dirty="0"/>
              <a:t>年</a:t>
            </a:r>
          </a:p>
          <a:p>
            <a:pPr lvl="1"/>
            <a:r>
              <a:rPr kumimoji="1" lang="en-US" altLang="ja-JP" sz="1800" dirty="0"/>
              <a:t>【</a:t>
            </a:r>
            <a:r>
              <a:rPr kumimoji="1" lang="en-US" altLang="ja-JP" sz="1800" dirty="0" err="1"/>
              <a:t>de:code</a:t>
            </a:r>
            <a:r>
              <a:rPr kumimoji="1" lang="en-US" altLang="ja-JP" sz="1800" dirty="0"/>
              <a:t> 2018】『C# </a:t>
            </a:r>
            <a:r>
              <a:rPr kumimoji="1" lang="ja-JP" altLang="en-US" sz="1800" dirty="0"/>
              <a:t>でニューラルネットワークをスクラッチで書いて機械学習の原理を理解しよう</a:t>
            </a:r>
            <a:r>
              <a:rPr kumimoji="1" lang="en-US" altLang="ja-JP" sz="1800" dirty="0"/>
              <a:t>』 </a:t>
            </a:r>
            <a:r>
              <a:rPr kumimoji="1" lang="ja-JP" altLang="en-US" sz="1800" dirty="0"/>
              <a:t>講演</a:t>
            </a:r>
          </a:p>
          <a:p>
            <a:r>
              <a:rPr kumimoji="1" lang="en-US" altLang="ja-JP" sz="1600" dirty="0"/>
              <a:t>2019</a:t>
            </a:r>
            <a:r>
              <a:rPr kumimoji="1" lang="ja-JP" altLang="en-US" sz="1600" dirty="0"/>
              <a:t>年</a:t>
            </a:r>
          </a:p>
          <a:p>
            <a:pPr lvl="1"/>
            <a:r>
              <a:rPr kumimoji="1" lang="en-US" altLang="ja-JP" sz="1800" dirty="0"/>
              <a:t>【Global AI Nights Fukui】  </a:t>
            </a:r>
            <a:r>
              <a:rPr kumimoji="1" lang="ja-JP" altLang="en-US" sz="1800" dirty="0"/>
              <a:t>主催・ 講演</a:t>
            </a:r>
          </a:p>
          <a:p>
            <a:pPr lvl="1"/>
            <a:r>
              <a:rPr kumimoji="1" lang="en-US" altLang="ja-JP" sz="1800" dirty="0"/>
              <a:t>【</a:t>
            </a:r>
            <a:r>
              <a:rPr kumimoji="1" lang="ja-JP" altLang="en-US" sz="1800" dirty="0"/>
              <a:t>福井工業大学 </a:t>
            </a:r>
            <a:r>
              <a:rPr kumimoji="1" lang="en-US" altLang="ja-JP" sz="1800" dirty="0" err="1"/>
              <a:t>AI&amp;IoT</a:t>
            </a:r>
            <a:r>
              <a:rPr kumimoji="1" lang="ja-JP" altLang="en-US" sz="1800" dirty="0"/>
              <a:t>センター設立シンポジウム</a:t>
            </a:r>
            <a:r>
              <a:rPr kumimoji="1" lang="en-US" altLang="ja-JP" sz="1800" dirty="0"/>
              <a:t>】 </a:t>
            </a:r>
            <a:r>
              <a:rPr kumimoji="1" lang="ja-JP" altLang="en-US" sz="1800" dirty="0"/>
              <a:t>講演</a:t>
            </a:r>
          </a:p>
          <a:p>
            <a:r>
              <a:rPr kumimoji="1" lang="en-US" altLang="ja-JP" sz="1600" dirty="0"/>
              <a:t>2020</a:t>
            </a:r>
            <a:r>
              <a:rPr kumimoji="1" lang="ja-JP" altLang="en-US" sz="1600" dirty="0"/>
              <a:t>年</a:t>
            </a:r>
          </a:p>
          <a:p>
            <a:pPr lvl="1"/>
            <a:r>
              <a:rPr kumimoji="1" lang="en-US" altLang="ja-JP" sz="1800" dirty="0"/>
              <a:t>【</a:t>
            </a:r>
            <a:r>
              <a:rPr kumimoji="1" lang="en-US" altLang="ja-JP" sz="1800" dirty="0" err="1"/>
              <a:t>de:code</a:t>
            </a:r>
            <a:r>
              <a:rPr kumimoji="1" lang="en-US" altLang="ja-JP" sz="1800" dirty="0"/>
              <a:t> 2020】 『Azure Machine Learning Studio (Preview) </a:t>
            </a:r>
            <a:r>
              <a:rPr kumimoji="1" lang="ja-JP" altLang="en-US" sz="1800" dirty="0"/>
              <a:t>と </a:t>
            </a:r>
            <a:r>
              <a:rPr kumimoji="1" lang="en-US" altLang="ja-JP" sz="1800" dirty="0"/>
              <a:t>Python </a:t>
            </a:r>
            <a:r>
              <a:rPr kumimoji="1" lang="ja-JP" altLang="en-US" sz="1800" dirty="0"/>
              <a:t>と </a:t>
            </a:r>
            <a:r>
              <a:rPr kumimoji="1" lang="en-US" altLang="ja-JP" sz="1800" dirty="0"/>
              <a:t>C#/.NET </a:t>
            </a:r>
            <a:r>
              <a:rPr kumimoji="1" lang="ja-JP" altLang="en-US" sz="1800" dirty="0"/>
              <a:t>によるディープ ラーニングのサンプル</a:t>
            </a:r>
            <a:r>
              <a:rPr kumimoji="1" lang="en-US" altLang="ja-JP" sz="1800" dirty="0"/>
              <a:t>/</a:t>
            </a:r>
            <a:r>
              <a:rPr kumimoji="1" lang="ja-JP" altLang="en-US" sz="1800" dirty="0"/>
              <a:t>チュートリアル</a:t>
            </a:r>
            <a:r>
              <a:rPr kumimoji="1" lang="en-US" altLang="ja-JP" sz="1800" dirty="0"/>
              <a:t>』</a:t>
            </a:r>
          </a:p>
          <a:p>
            <a:pPr lvl="1"/>
            <a:r>
              <a:rPr kumimoji="1" lang="en-US" altLang="ja-JP" sz="1800" dirty="0"/>
              <a:t>【Global AI On Tour Toyama】 </a:t>
            </a:r>
            <a:r>
              <a:rPr kumimoji="1" lang="ja-JP" altLang="en-US" sz="1800" dirty="0"/>
              <a:t>主催</a:t>
            </a:r>
            <a:endParaRPr kumimoji="1" lang="ja-JP" altLang="en-US" sz="2000" dirty="0"/>
          </a:p>
        </p:txBody>
      </p:sp>
      <p:sp>
        <p:nvSpPr>
          <p:cNvPr id="3" name="タイトル 2">
            <a:extLst>
              <a:ext uri="{FF2B5EF4-FFF2-40B4-BE49-F238E27FC236}">
                <a16:creationId xmlns:a16="http://schemas.microsoft.com/office/drawing/2014/main" id="{AF481B41-4525-0735-BF9B-4097ADC84776}"/>
              </a:ext>
            </a:extLst>
          </p:cNvPr>
          <p:cNvSpPr>
            <a:spLocks noGrp="1"/>
          </p:cNvSpPr>
          <p:nvPr>
            <p:ph type="title"/>
          </p:nvPr>
        </p:nvSpPr>
        <p:spPr/>
        <p:txBody>
          <a:bodyPr/>
          <a:lstStyle/>
          <a:p>
            <a:r>
              <a:rPr kumimoji="1" lang="ja-JP" altLang="en-US" dirty="0"/>
              <a:t>社外</a:t>
            </a:r>
            <a:r>
              <a:rPr lang="ja-JP" altLang="en-US" dirty="0"/>
              <a:t>での取り組み</a:t>
            </a:r>
            <a:endParaRPr kumimoji="1" lang="ja-JP" altLang="en-US" dirty="0"/>
          </a:p>
        </p:txBody>
      </p:sp>
      <p:sp>
        <p:nvSpPr>
          <p:cNvPr id="4" name="スライド番号プレースホルダー 3">
            <a:extLst>
              <a:ext uri="{FF2B5EF4-FFF2-40B4-BE49-F238E27FC236}">
                <a16:creationId xmlns:a16="http://schemas.microsoft.com/office/drawing/2014/main" id="{62486499-9B13-B377-BCE9-357FD75CC30F}"/>
              </a:ext>
            </a:extLst>
          </p:cNvPr>
          <p:cNvSpPr>
            <a:spLocks noGrp="1"/>
          </p:cNvSpPr>
          <p:nvPr>
            <p:ph type="sldNum" sz="quarter" idx="11"/>
          </p:nvPr>
        </p:nvSpPr>
        <p:spPr/>
        <p:txBody>
          <a:bodyPr/>
          <a:lstStyle/>
          <a:p>
            <a:fld id="{B01966AA-40F2-4759-97C9-DDA0BED365A6}" type="slidenum">
              <a:rPr kumimoji="1" lang="ja-JP" altLang="en-US" smtClean="0"/>
              <a:pPr/>
              <a:t>3</a:t>
            </a:fld>
            <a:endParaRPr kumimoji="1" lang="ja-JP" altLang="en-US"/>
          </a:p>
        </p:txBody>
      </p:sp>
    </p:spTree>
    <p:extLst>
      <p:ext uri="{BB962C8B-B14F-4D97-AF65-F5344CB8AC3E}">
        <p14:creationId xmlns:p14="http://schemas.microsoft.com/office/powerpoint/2010/main" val="2612583930"/>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73DA619-9283-45A2-A5BA-74775B2B8ADF}"/>
              </a:ext>
            </a:extLst>
          </p:cNvPr>
          <p:cNvSpPr>
            <a:spLocks noGrp="1"/>
          </p:cNvSpPr>
          <p:nvPr>
            <p:ph type="body" sz="quarter" idx="10"/>
          </p:nvPr>
        </p:nvSpPr>
        <p:spPr>
          <a:xfrm>
            <a:off x="269239" y="1189495"/>
            <a:ext cx="11653523" cy="5086392"/>
          </a:xfrm>
        </p:spPr>
        <p:txBody>
          <a:bodyPr/>
          <a:lstStyle/>
          <a:p>
            <a:r>
              <a:rPr lang="ja-JP" altLang="en-US" sz="3200" dirty="0"/>
              <a:t>前回の復習</a:t>
            </a:r>
            <a:endParaRPr lang="en-US" altLang="ja-JP" sz="3200" dirty="0"/>
          </a:p>
          <a:p>
            <a:pPr lvl="1"/>
            <a:r>
              <a:rPr lang="ja-JP" altLang="en-US" sz="2400" dirty="0"/>
              <a:t>生成 </a:t>
            </a:r>
            <a:r>
              <a:rPr lang="en-US" altLang="ja-JP" sz="2400" dirty="0"/>
              <a:t>AI</a:t>
            </a:r>
          </a:p>
          <a:p>
            <a:pPr lvl="1"/>
            <a:r>
              <a:rPr lang="en-US" altLang="ja-JP" sz="2400" dirty="0"/>
              <a:t>AI</a:t>
            </a:r>
            <a:r>
              <a:rPr lang="ja-JP" altLang="en-US" sz="2400" dirty="0"/>
              <a:t>エージェント</a:t>
            </a:r>
          </a:p>
          <a:p>
            <a:pPr lvl="1"/>
            <a:r>
              <a:rPr lang="en-US" altLang="ja-JP" sz="2400" dirty="0"/>
              <a:t>MCP (Model Context Protocol)</a:t>
            </a:r>
          </a:p>
          <a:p>
            <a:r>
              <a:rPr lang="en-US" altLang="ja-JP" sz="3200" dirty="0"/>
              <a:t>AI</a:t>
            </a:r>
            <a:r>
              <a:rPr lang="ja-JP" altLang="en-US" sz="3200" dirty="0"/>
              <a:t>エージェントと</a:t>
            </a:r>
            <a:r>
              <a:rPr lang="en-US" altLang="ja-JP" sz="3200" dirty="0"/>
              <a:t>MCP</a:t>
            </a:r>
            <a:r>
              <a:rPr lang="ja-JP" altLang="en-US" sz="3200" dirty="0"/>
              <a:t>サーバーの開発</a:t>
            </a:r>
            <a:endParaRPr lang="en-US" altLang="ja-JP" sz="3200" dirty="0"/>
          </a:p>
          <a:p>
            <a:pPr lvl="1"/>
            <a:r>
              <a:rPr lang="en-US" altLang="ja-JP" sz="2400" dirty="0"/>
              <a:t>Microsoft Agent Framework</a:t>
            </a:r>
          </a:p>
          <a:p>
            <a:r>
              <a:rPr lang="ja-JP" altLang="en-US" sz="3576" dirty="0"/>
              <a:t>チュートリアル</a:t>
            </a:r>
          </a:p>
        </p:txBody>
      </p:sp>
      <p:sp>
        <p:nvSpPr>
          <p:cNvPr id="3" name="タイトル 2">
            <a:extLst>
              <a:ext uri="{FF2B5EF4-FFF2-40B4-BE49-F238E27FC236}">
                <a16:creationId xmlns:a16="http://schemas.microsoft.com/office/drawing/2014/main" id="{35DA2D0D-40E8-4896-8A6B-0DA59FC470C4}"/>
              </a:ext>
            </a:extLst>
          </p:cNvPr>
          <p:cNvSpPr>
            <a:spLocks noGrp="1"/>
          </p:cNvSpPr>
          <p:nvPr>
            <p:ph type="title"/>
          </p:nvPr>
        </p:nvSpPr>
        <p:spPr>
          <a:xfrm>
            <a:off x="304833" y="373242"/>
            <a:ext cx="11887167" cy="939208"/>
          </a:xfrm>
        </p:spPr>
        <p:txBody>
          <a:bodyPr>
            <a:normAutofit/>
          </a:bodyPr>
          <a:lstStyle/>
          <a:p>
            <a:r>
              <a:rPr kumimoji="1" lang="ja-JP" altLang="en-US" dirty="0"/>
              <a:t>アジェンダ</a:t>
            </a:r>
          </a:p>
        </p:txBody>
      </p:sp>
      <p:grpSp>
        <p:nvGrpSpPr>
          <p:cNvPr id="41" name="グループ化 40">
            <a:extLst>
              <a:ext uri="{FF2B5EF4-FFF2-40B4-BE49-F238E27FC236}">
                <a16:creationId xmlns:a16="http://schemas.microsoft.com/office/drawing/2014/main" id="{D29FAF71-A967-452E-BFF5-15CC007B0879}"/>
              </a:ext>
            </a:extLst>
          </p:cNvPr>
          <p:cNvGrpSpPr/>
          <p:nvPr/>
        </p:nvGrpSpPr>
        <p:grpSpPr>
          <a:xfrm>
            <a:off x="7356801" y="1312450"/>
            <a:ext cx="4700580" cy="2244564"/>
            <a:chOff x="2012716" y="1972982"/>
            <a:chExt cx="7850430" cy="3625767"/>
          </a:xfrm>
        </p:grpSpPr>
        <p:cxnSp>
          <p:nvCxnSpPr>
            <p:cNvPr id="4" name="直線矢印コネクタ 3">
              <a:extLst>
                <a:ext uri="{FF2B5EF4-FFF2-40B4-BE49-F238E27FC236}">
                  <a16:creationId xmlns:a16="http://schemas.microsoft.com/office/drawing/2014/main" id="{6B446906-C9F5-4E53-8B9C-60D063039CE2}"/>
                </a:ext>
              </a:extLst>
            </p:cNvPr>
            <p:cNvCxnSpPr>
              <a:cxnSpLocks/>
            </p:cNvCxnSpPr>
            <p:nvPr/>
          </p:nvCxnSpPr>
          <p:spPr>
            <a:xfrm flipV="1">
              <a:off x="3887078" y="3114825"/>
              <a:ext cx="1631514" cy="1880087"/>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 name="楕円 4">
              <a:extLst>
                <a:ext uri="{FF2B5EF4-FFF2-40B4-BE49-F238E27FC236}">
                  <a16:creationId xmlns:a16="http://schemas.microsoft.com/office/drawing/2014/main" id="{9798807C-A6AE-4BFD-B535-5527BCECE242}"/>
                </a:ext>
              </a:extLst>
            </p:cNvPr>
            <p:cNvSpPr/>
            <p:nvPr/>
          </p:nvSpPr>
          <p:spPr bwMode="auto">
            <a:xfrm>
              <a:off x="3131913" y="198576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6" name="楕円 5">
              <a:extLst>
                <a:ext uri="{FF2B5EF4-FFF2-40B4-BE49-F238E27FC236}">
                  <a16:creationId xmlns:a16="http://schemas.microsoft.com/office/drawing/2014/main" id="{B7437B5A-7B6B-481F-8A9F-B12AAF14AC13}"/>
                </a:ext>
              </a:extLst>
            </p:cNvPr>
            <p:cNvSpPr/>
            <p:nvPr/>
          </p:nvSpPr>
          <p:spPr bwMode="auto">
            <a:xfrm>
              <a:off x="3131913" y="3402749"/>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7" name="楕円 6">
              <a:extLst>
                <a:ext uri="{FF2B5EF4-FFF2-40B4-BE49-F238E27FC236}">
                  <a16:creationId xmlns:a16="http://schemas.microsoft.com/office/drawing/2014/main" id="{C1F36257-CF80-461C-94EC-35A529090B4A}"/>
                </a:ext>
              </a:extLst>
            </p:cNvPr>
            <p:cNvSpPr/>
            <p:nvPr/>
          </p:nvSpPr>
          <p:spPr bwMode="auto">
            <a:xfrm>
              <a:off x="5470713" y="3406973"/>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8" name="楕円 7">
              <a:extLst>
                <a:ext uri="{FF2B5EF4-FFF2-40B4-BE49-F238E27FC236}">
                  <a16:creationId xmlns:a16="http://schemas.microsoft.com/office/drawing/2014/main" id="{8923A47D-6E4D-4E53-9252-DF9773247440}"/>
                </a:ext>
              </a:extLst>
            </p:cNvPr>
            <p:cNvSpPr/>
            <p:nvPr/>
          </p:nvSpPr>
          <p:spPr bwMode="auto">
            <a:xfrm>
              <a:off x="5481883" y="1972982"/>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9" name="楕円 8">
              <a:extLst>
                <a:ext uri="{FF2B5EF4-FFF2-40B4-BE49-F238E27FC236}">
                  <a16:creationId xmlns:a16="http://schemas.microsoft.com/office/drawing/2014/main" id="{E0CFE677-DE4B-41EC-8989-85B3755AA649}"/>
                </a:ext>
              </a:extLst>
            </p:cNvPr>
            <p:cNvSpPr/>
            <p:nvPr/>
          </p:nvSpPr>
          <p:spPr bwMode="auto">
            <a:xfrm>
              <a:off x="7797615" y="267664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cxnSp>
          <p:nvCxnSpPr>
            <p:cNvPr id="10" name="直線矢印コネクタ 9">
              <a:extLst>
                <a:ext uri="{FF2B5EF4-FFF2-40B4-BE49-F238E27FC236}">
                  <a16:creationId xmlns:a16="http://schemas.microsoft.com/office/drawing/2014/main" id="{6AC9293C-E7BC-46FE-8C97-73437BD192F9}"/>
                </a:ext>
              </a:extLst>
            </p:cNvPr>
            <p:cNvCxnSpPr>
              <a:cxnSpLocks/>
            </p:cNvCxnSpPr>
            <p:nvPr/>
          </p:nvCxnSpPr>
          <p:spPr>
            <a:xfrm>
              <a:off x="4068421" y="2437653"/>
              <a:ext cx="1065200"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76CC9673-F78D-468B-979B-1F058D12504B}"/>
                </a:ext>
              </a:extLst>
            </p:cNvPr>
            <p:cNvCxnSpPr>
              <a:cxnSpLocks/>
            </p:cNvCxnSpPr>
            <p:nvPr/>
          </p:nvCxnSpPr>
          <p:spPr>
            <a:xfrm>
              <a:off x="3973996" y="2664164"/>
              <a:ext cx="1195383" cy="78604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88EBB1A5-141E-4646-AF13-23EF775C11DF}"/>
                </a:ext>
              </a:extLst>
            </p:cNvPr>
            <p:cNvCxnSpPr>
              <a:cxnSpLocks/>
            </p:cNvCxnSpPr>
            <p:nvPr/>
          </p:nvCxnSpPr>
          <p:spPr>
            <a:xfrm flipV="1">
              <a:off x="3990438" y="2823082"/>
              <a:ext cx="1264443" cy="786674"/>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FBE15325-0098-4E8A-B1CA-986700B2938C}"/>
                </a:ext>
              </a:extLst>
            </p:cNvPr>
            <p:cNvCxnSpPr>
              <a:cxnSpLocks/>
            </p:cNvCxnSpPr>
            <p:nvPr/>
          </p:nvCxnSpPr>
          <p:spPr>
            <a:xfrm>
              <a:off x="4022010" y="3729331"/>
              <a:ext cx="1136199"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BDE6D353-DB73-41A9-B137-BFFC00614EF3}"/>
                </a:ext>
              </a:extLst>
            </p:cNvPr>
            <p:cNvCxnSpPr>
              <a:cxnSpLocks/>
            </p:cNvCxnSpPr>
            <p:nvPr/>
          </p:nvCxnSpPr>
          <p:spPr>
            <a:xfrm>
              <a:off x="6406247" y="2551233"/>
              <a:ext cx="1035910" cy="28263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9CF291B3-4079-404F-9DFD-EFC8B5BAA677}"/>
                </a:ext>
              </a:extLst>
            </p:cNvPr>
            <p:cNvCxnSpPr>
              <a:cxnSpLocks/>
              <a:stCxn id="7" idx="6"/>
            </p:cNvCxnSpPr>
            <p:nvPr/>
          </p:nvCxnSpPr>
          <p:spPr>
            <a:xfrm flipV="1">
              <a:off x="6324789" y="3344611"/>
              <a:ext cx="1106973" cy="48940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5C7BF910-044D-4901-ADA2-6504456248B3}"/>
                </a:ext>
              </a:extLst>
            </p:cNvPr>
            <p:cNvCxnSpPr>
              <a:cxnSpLocks/>
            </p:cNvCxnSpPr>
            <p:nvPr/>
          </p:nvCxnSpPr>
          <p:spPr>
            <a:xfrm>
              <a:off x="2012716" y="2410623"/>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0B98CBDC-AE90-4C16-B69E-0F447D8E2807}"/>
                </a:ext>
              </a:extLst>
            </p:cNvPr>
            <p:cNvCxnSpPr>
              <a:cxnSpLocks/>
            </p:cNvCxnSpPr>
            <p:nvPr/>
          </p:nvCxnSpPr>
          <p:spPr>
            <a:xfrm>
              <a:off x="2014734" y="382760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FD90DE7E-0D4B-465A-B0E7-0C3A4F1E66C7}"/>
                </a:ext>
              </a:extLst>
            </p:cNvPr>
            <p:cNvCxnSpPr>
              <a:cxnSpLocks/>
            </p:cNvCxnSpPr>
            <p:nvPr/>
          </p:nvCxnSpPr>
          <p:spPr>
            <a:xfrm>
              <a:off x="8866173" y="310368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6" name="楕円 25">
              <a:extLst>
                <a:ext uri="{FF2B5EF4-FFF2-40B4-BE49-F238E27FC236}">
                  <a16:creationId xmlns:a16="http://schemas.microsoft.com/office/drawing/2014/main" id="{0BBC1A9F-C48E-4779-A42E-A89C6901F3E7}"/>
                </a:ext>
              </a:extLst>
            </p:cNvPr>
            <p:cNvSpPr/>
            <p:nvPr/>
          </p:nvSpPr>
          <p:spPr bwMode="auto">
            <a:xfrm flipV="1">
              <a:off x="5169829" y="228973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7" name="楕円 26">
              <a:extLst>
                <a:ext uri="{FF2B5EF4-FFF2-40B4-BE49-F238E27FC236}">
                  <a16:creationId xmlns:a16="http://schemas.microsoft.com/office/drawing/2014/main" id="{664A6CFB-81A5-4212-AD2F-70B331EDC4FB}"/>
                </a:ext>
              </a:extLst>
            </p:cNvPr>
            <p:cNvSpPr/>
            <p:nvPr/>
          </p:nvSpPr>
          <p:spPr bwMode="auto">
            <a:xfrm flipV="1">
              <a:off x="5261427" y="25858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8" name="楕円 27">
              <a:extLst>
                <a:ext uri="{FF2B5EF4-FFF2-40B4-BE49-F238E27FC236}">
                  <a16:creationId xmlns:a16="http://schemas.microsoft.com/office/drawing/2014/main" id="{0F8904A9-D342-4035-BC00-1E1E053A4571}"/>
                </a:ext>
              </a:extLst>
            </p:cNvPr>
            <p:cNvSpPr/>
            <p:nvPr/>
          </p:nvSpPr>
          <p:spPr bwMode="auto">
            <a:xfrm>
              <a:off x="3216028" y="4935391"/>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sp>
          <p:nvSpPr>
            <p:cNvPr id="31" name="楕円 30">
              <a:extLst>
                <a:ext uri="{FF2B5EF4-FFF2-40B4-BE49-F238E27FC236}">
                  <a16:creationId xmlns:a16="http://schemas.microsoft.com/office/drawing/2014/main" id="{0A83F15A-E5F4-4DB6-83F4-80F20BBE60E8}"/>
                </a:ext>
              </a:extLst>
            </p:cNvPr>
            <p:cNvSpPr/>
            <p:nvPr/>
          </p:nvSpPr>
          <p:spPr bwMode="auto">
            <a:xfrm flipV="1">
              <a:off x="5510343" y="28082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2" name="楕円 31">
              <a:extLst>
                <a:ext uri="{FF2B5EF4-FFF2-40B4-BE49-F238E27FC236}">
                  <a16:creationId xmlns:a16="http://schemas.microsoft.com/office/drawing/2014/main" id="{A7B80376-4D4C-47F9-8FE4-2CA5CAF4702A}"/>
                </a:ext>
              </a:extLst>
            </p:cNvPr>
            <p:cNvSpPr/>
            <p:nvPr/>
          </p:nvSpPr>
          <p:spPr bwMode="auto">
            <a:xfrm flipV="1">
              <a:off x="5291097" y="404209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3" name="楕円 32">
              <a:extLst>
                <a:ext uri="{FF2B5EF4-FFF2-40B4-BE49-F238E27FC236}">
                  <a16:creationId xmlns:a16="http://schemas.microsoft.com/office/drawing/2014/main" id="{4DC71CAC-21CC-4B00-A8A2-600ABD9D6A28}"/>
                </a:ext>
              </a:extLst>
            </p:cNvPr>
            <p:cNvSpPr/>
            <p:nvPr/>
          </p:nvSpPr>
          <p:spPr bwMode="auto">
            <a:xfrm flipV="1">
              <a:off x="5147701" y="3741356"/>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4" name="楕円 33">
              <a:extLst>
                <a:ext uri="{FF2B5EF4-FFF2-40B4-BE49-F238E27FC236}">
                  <a16:creationId xmlns:a16="http://schemas.microsoft.com/office/drawing/2014/main" id="{5D1154FD-878C-48ED-B7D3-74F91DDDDDB5}"/>
                </a:ext>
              </a:extLst>
            </p:cNvPr>
            <p:cNvSpPr/>
            <p:nvPr/>
          </p:nvSpPr>
          <p:spPr bwMode="auto">
            <a:xfrm flipV="1">
              <a:off x="5229088" y="3382159"/>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5" name="楕円 34">
              <a:extLst>
                <a:ext uri="{FF2B5EF4-FFF2-40B4-BE49-F238E27FC236}">
                  <a16:creationId xmlns:a16="http://schemas.microsoft.com/office/drawing/2014/main" id="{79A042E7-1ED9-42D6-A24E-5E6EEBE888C4}"/>
                </a:ext>
              </a:extLst>
            </p:cNvPr>
            <p:cNvSpPr/>
            <p:nvPr/>
          </p:nvSpPr>
          <p:spPr bwMode="auto">
            <a:xfrm>
              <a:off x="5577299" y="4935506"/>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cxnSp>
          <p:nvCxnSpPr>
            <p:cNvPr id="36" name="直線矢印コネクタ 35">
              <a:extLst>
                <a:ext uri="{FF2B5EF4-FFF2-40B4-BE49-F238E27FC236}">
                  <a16:creationId xmlns:a16="http://schemas.microsoft.com/office/drawing/2014/main" id="{4F00234D-4DA5-46C0-94BC-C38F6FA9826A}"/>
                </a:ext>
              </a:extLst>
            </p:cNvPr>
            <p:cNvCxnSpPr>
              <a:cxnSpLocks/>
            </p:cNvCxnSpPr>
            <p:nvPr/>
          </p:nvCxnSpPr>
          <p:spPr>
            <a:xfrm flipV="1">
              <a:off x="3918290" y="4268849"/>
              <a:ext cx="1364718" cy="831596"/>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56B023D6-0E1D-44B3-AD19-8B6D7A3E6664}"/>
                </a:ext>
              </a:extLst>
            </p:cNvPr>
            <p:cNvCxnSpPr>
              <a:cxnSpLocks/>
            </p:cNvCxnSpPr>
            <p:nvPr/>
          </p:nvCxnSpPr>
          <p:spPr>
            <a:xfrm flipV="1">
              <a:off x="6240542" y="3777886"/>
              <a:ext cx="1460401" cy="129747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8" name="楕円 37">
              <a:extLst>
                <a:ext uri="{FF2B5EF4-FFF2-40B4-BE49-F238E27FC236}">
                  <a16:creationId xmlns:a16="http://schemas.microsoft.com/office/drawing/2014/main" id="{1F3ADEFA-A112-4BD5-A9D4-D328AA7F22DD}"/>
                </a:ext>
              </a:extLst>
            </p:cNvPr>
            <p:cNvSpPr/>
            <p:nvPr/>
          </p:nvSpPr>
          <p:spPr bwMode="auto">
            <a:xfrm flipV="1">
              <a:off x="7484774" y="274161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9" name="楕円 38">
              <a:extLst>
                <a:ext uri="{FF2B5EF4-FFF2-40B4-BE49-F238E27FC236}">
                  <a16:creationId xmlns:a16="http://schemas.microsoft.com/office/drawing/2014/main" id="{327C4119-AA7D-4912-89C8-B56881E13E79}"/>
                </a:ext>
              </a:extLst>
            </p:cNvPr>
            <p:cNvSpPr/>
            <p:nvPr/>
          </p:nvSpPr>
          <p:spPr bwMode="auto">
            <a:xfrm flipV="1">
              <a:off x="7483640" y="31295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40" name="楕円 39">
              <a:extLst>
                <a:ext uri="{FF2B5EF4-FFF2-40B4-BE49-F238E27FC236}">
                  <a16:creationId xmlns:a16="http://schemas.microsoft.com/office/drawing/2014/main" id="{CEF8019C-5DC2-481A-8058-E105CE927684}"/>
                </a:ext>
              </a:extLst>
            </p:cNvPr>
            <p:cNvSpPr/>
            <p:nvPr/>
          </p:nvSpPr>
          <p:spPr bwMode="auto">
            <a:xfrm flipV="1">
              <a:off x="7688495" y="346515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grpSp>
      <p:sp>
        <p:nvSpPr>
          <p:cNvPr id="43" name="スライド番号プレースホルダー 2">
            <a:extLst>
              <a:ext uri="{FF2B5EF4-FFF2-40B4-BE49-F238E27FC236}">
                <a16:creationId xmlns:a16="http://schemas.microsoft.com/office/drawing/2014/main" id="{A5AAE842-A3B3-4B86-9B10-11D1283276E1}"/>
              </a:ext>
            </a:extLst>
          </p:cNvPr>
          <p:cNvSpPr>
            <a:spLocks noGrp="1"/>
          </p:cNvSpPr>
          <p:nvPr>
            <p:ph type="sldNum" sz="quarter" idx="11"/>
          </p:nvPr>
        </p:nvSpPr>
        <p:spPr>
          <a:xfrm>
            <a:off x="11509375" y="6611938"/>
            <a:ext cx="682625" cy="238125"/>
          </a:xfrm>
        </p:spPr>
        <p:txBody>
          <a:bodyPr/>
          <a:lstStyle/>
          <a:p>
            <a:fld id="{B01966AA-40F2-4759-97C9-DDA0BED365A6}" type="slidenum">
              <a:rPr kumimoji="1" lang="ja-JP" altLang="en-US" smtClean="0">
                <a:latin typeface="BIZ UDPゴシック" panose="020B0400000000000000" pitchFamily="50" charset="-128"/>
                <a:ea typeface="BIZ UDPゴシック" panose="020B0400000000000000" pitchFamily="50" charset="-128"/>
              </a:rPr>
              <a:pPr/>
              <a:t>4</a:t>
            </a:fld>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793655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2" name="Straight Connector 11">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5"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6" name="Isosceles Triangle 15">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Isosceles Triangle 19">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1" name="Isosceles Triangle 20">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6" name="図 5" descr="人, 男, 座る, ノートパソコン が含まれている画像&#10;&#10;AI 生成コンテンツは誤りを含む可能性があります。">
            <a:extLst>
              <a:ext uri="{FF2B5EF4-FFF2-40B4-BE49-F238E27FC236}">
                <a16:creationId xmlns:a16="http://schemas.microsoft.com/office/drawing/2014/main" id="{DAA8A335-8A29-BD1C-83AA-2E45D55C9FF6}"/>
              </a:ext>
            </a:extLst>
          </p:cNvPr>
          <p:cNvPicPr>
            <a:picLocks noChangeAspect="1"/>
          </p:cNvPicPr>
          <p:nvPr/>
        </p:nvPicPr>
        <p:blipFill>
          <a:blip r:embed="rId2" cstate="print">
            <a:duotone>
              <a:prstClr val="black"/>
              <a:prstClr val="white"/>
            </a:duotone>
            <a:extLst>
              <a:ext uri="{28A0092B-C50C-407E-A947-70E740481C1C}">
                <a14:useLocalDpi xmlns:a14="http://schemas.microsoft.com/office/drawing/2010/main"/>
              </a:ext>
            </a:extLst>
          </a:blip>
          <a:srcRect/>
          <a:stretch>
            <a:fillRect/>
          </a:stretch>
        </p:blipFill>
        <p:spPr>
          <a:xfrm>
            <a:off x="5123543" y="-1"/>
            <a:ext cx="7065281" cy="6858001"/>
          </a:xfrm>
          <a:custGeom>
            <a:avLst/>
            <a:gdLst/>
            <a:ahLst/>
            <a:cxnLst/>
            <a:rect l="l" t="t" r="r" b="b"/>
            <a:pathLst>
              <a:path w="7065281" h="6858001">
                <a:moveTo>
                  <a:pt x="379987" y="0"/>
                </a:moveTo>
                <a:lnTo>
                  <a:pt x="7065281" y="0"/>
                </a:lnTo>
                <a:lnTo>
                  <a:pt x="7065281" y="6858001"/>
                </a:lnTo>
                <a:lnTo>
                  <a:pt x="27809" y="6858001"/>
                </a:lnTo>
                <a:lnTo>
                  <a:pt x="1803228" y="4521201"/>
                </a:lnTo>
                <a:close/>
                <a:moveTo>
                  <a:pt x="0" y="0"/>
                </a:moveTo>
                <a:lnTo>
                  <a:pt x="379987" y="0"/>
                </a:lnTo>
                <a:lnTo>
                  <a:pt x="0" y="407"/>
                </a:lnTo>
                <a:close/>
              </a:path>
            </a:pathLst>
          </a:custGeom>
        </p:spPr>
      </p:pic>
      <p:sp>
        <p:nvSpPr>
          <p:cNvPr id="3" name="タイトル 2">
            <a:extLst>
              <a:ext uri="{FF2B5EF4-FFF2-40B4-BE49-F238E27FC236}">
                <a16:creationId xmlns:a16="http://schemas.microsoft.com/office/drawing/2014/main" id="{93A52EA6-56BF-7916-F7F1-4D7E2ADFCBFF}"/>
              </a:ext>
            </a:extLst>
          </p:cNvPr>
          <p:cNvSpPr>
            <a:spLocks noGrp="1"/>
          </p:cNvSpPr>
          <p:nvPr>
            <p:ph type="title"/>
          </p:nvPr>
        </p:nvSpPr>
        <p:spPr>
          <a:xfrm>
            <a:off x="668866" y="1678666"/>
            <a:ext cx="5123515" cy="2369093"/>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kumimoji="1" lang="ja-JP" altLang="en-US" sz="4800" dirty="0">
                <a:solidFill>
                  <a:schemeClr val="accent2">
                    <a:lumMod val="50000"/>
                  </a:schemeClr>
                </a:solidFill>
              </a:rPr>
              <a:t>前回の復習</a:t>
            </a:r>
            <a:br>
              <a:rPr kumimoji="1" lang="en-US" altLang="ja-JP" sz="4800" dirty="0">
                <a:solidFill>
                  <a:schemeClr val="accent2">
                    <a:lumMod val="50000"/>
                  </a:schemeClr>
                </a:solidFill>
              </a:rPr>
            </a:br>
            <a:endParaRPr kumimoji="1" lang="ja-JP" altLang="en-US" sz="4800" dirty="0">
              <a:solidFill>
                <a:schemeClr val="accent2">
                  <a:lumMod val="50000"/>
                </a:schemeClr>
              </a:solidFill>
            </a:endParaRPr>
          </a:p>
        </p:txBody>
      </p:sp>
      <p:cxnSp>
        <p:nvCxnSpPr>
          <p:cNvPr id="23" name="Straight Connector 22">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9"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1"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 name="スライド番号プレースホルダー 3">
            <a:extLst>
              <a:ext uri="{FF2B5EF4-FFF2-40B4-BE49-F238E27FC236}">
                <a16:creationId xmlns:a16="http://schemas.microsoft.com/office/drawing/2014/main" id="{0ACFFC2A-37A4-6049-B2DB-94AC01C1A3AA}"/>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rgbClr val="FFFFFF"/>
                </a:solidFill>
                <a:latin typeface="+mn-lt"/>
                <a:ea typeface="+mn-ea"/>
              </a:rPr>
              <a:pPr defTabSz="914400">
                <a:spcAft>
                  <a:spcPts val="600"/>
                </a:spcAft>
              </a:pPr>
              <a:t>5</a:t>
            </a:fld>
            <a:endParaRPr kumimoji="1" lang="en-US" altLang="ja-JP" sz="900">
              <a:solidFill>
                <a:srgbClr val="FFFFFF"/>
              </a:solidFill>
              <a:latin typeface="+mn-lt"/>
              <a:ea typeface="+mn-ea"/>
            </a:endParaRPr>
          </a:p>
        </p:txBody>
      </p:sp>
      <p:sp>
        <p:nvSpPr>
          <p:cNvPr id="33"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5"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7"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9"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7" name="テキスト ボックス 6">
            <a:extLst>
              <a:ext uri="{FF2B5EF4-FFF2-40B4-BE49-F238E27FC236}">
                <a16:creationId xmlns:a16="http://schemas.microsoft.com/office/drawing/2014/main" id="{DA03E60F-18F1-546F-3635-76805C3EBB50}"/>
              </a:ext>
            </a:extLst>
          </p:cNvPr>
          <p:cNvSpPr txBox="1"/>
          <p:nvPr/>
        </p:nvSpPr>
        <p:spPr>
          <a:xfrm>
            <a:off x="269252" y="3496747"/>
            <a:ext cx="6721520" cy="369332"/>
          </a:xfrm>
          <a:prstGeom prst="rect">
            <a:avLst/>
          </a:prstGeom>
          <a:noFill/>
        </p:spPr>
        <p:txBody>
          <a:bodyPr wrap="none" rtlCol="0">
            <a:spAutoFit/>
          </a:bodyPr>
          <a:lstStyle/>
          <a:p>
            <a:r>
              <a:rPr lang="en-US" altLang="ja-JP" dirty="0">
                <a:hlinkClick r:id="rId3"/>
              </a:rPr>
              <a:t>IT</a:t>
            </a:r>
            <a:r>
              <a:rPr lang="ja-JP" altLang="en-US" dirty="0">
                <a:hlinkClick r:id="rId3"/>
              </a:rPr>
              <a:t>エンジニア </a:t>
            </a:r>
            <a:r>
              <a:rPr lang="en-US" altLang="ja-JP" dirty="0">
                <a:hlinkClick r:id="rId3"/>
              </a:rPr>
              <a:t>(Developer) </a:t>
            </a:r>
            <a:r>
              <a:rPr lang="ja-JP" altLang="en-US" dirty="0">
                <a:hlinkClick r:id="rId3"/>
              </a:rPr>
              <a:t>向け </a:t>
            </a:r>
            <a:r>
              <a:rPr lang="en-US" altLang="ja-JP" dirty="0">
                <a:hlinkClick r:id="rId3"/>
              </a:rPr>
              <a:t>AI</a:t>
            </a:r>
            <a:r>
              <a:rPr lang="ja-JP" altLang="en-US" dirty="0">
                <a:hlinkClick r:id="rId3"/>
              </a:rPr>
              <a:t>エージェント勉強会 </a:t>
            </a:r>
            <a:r>
              <a:rPr lang="en-US" altLang="ja-JP" dirty="0">
                <a:hlinkClick r:id="rId3"/>
              </a:rPr>
              <a:t>(2025/07)</a:t>
            </a:r>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5302398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生成AI（ジェネレーティブAI）とは？ビジネスを革新する新たな可能性｜法人向け｜ソフトバンク">
            <a:extLst>
              <a:ext uri="{FF2B5EF4-FFF2-40B4-BE49-F238E27FC236}">
                <a16:creationId xmlns:a16="http://schemas.microsoft.com/office/drawing/2014/main" id="{1E016F3E-A53B-2FE1-0A4E-90D54EA9C186}"/>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20" y="-1"/>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a:noFill/>
          <a:extLst>
            <a:ext uri="{909E8E84-426E-40DD-AFC4-6F175D3DCCD1}">
              <a14:hiddenFill xmlns:a14="http://schemas.microsoft.com/office/drawing/2010/main">
                <a:solidFill>
                  <a:srgbClr val="FFFFFF"/>
                </a:solidFill>
              </a14:hiddenFill>
            </a:ext>
          </a:extLst>
        </p:spPr>
      </p:pic>
      <p:sp>
        <p:nvSpPr>
          <p:cNvPr id="3" name="タイトル 2">
            <a:extLst>
              <a:ext uri="{FF2B5EF4-FFF2-40B4-BE49-F238E27FC236}">
                <a16:creationId xmlns:a16="http://schemas.microsoft.com/office/drawing/2014/main" id="{D8DCE342-B6A3-4973-9111-28BBE5BDDBAA}"/>
              </a:ext>
            </a:extLst>
          </p:cNvPr>
          <p:cNvSpPr>
            <a:spLocks noGrp="1"/>
          </p:cNvSpPr>
          <p:nvPr>
            <p:ph type="title" idx="4294967295"/>
          </p:nvPr>
        </p:nvSpPr>
        <p:spPr>
          <a:xfrm>
            <a:off x="5380563" y="1678665"/>
            <a:ext cx="3887839" cy="237216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lang="ja-JP" altLang="en-US" sz="5400" dirty="0">
                <a:solidFill>
                  <a:schemeClr val="accent2">
                    <a:lumMod val="50000"/>
                  </a:schemeClr>
                </a:solidFill>
              </a:rPr>
              <a:t>生成</a:t>
            </a:r>
            <a:r>
              <a:rPr lang="en-US" altLang="ja-JP" sz="5400" dirty="0">
                <a:solidFill>
                  <a:schemeClr val="accent2">
                    <a:lumMod val="50000"/>
                  </a:schemeClr>
                </a:solidFill>
              </a:rPr>
              <a:t>AI</a:t>
            </a:r>
            <a:endParaRPr kumimoji="1" lang="en-US" altLang="ja-JP" sz="5400" dirty="0">
              <a:solidFill>
                <a:schemeClr val="accent2">
                  <a:lumMod val="50000"/>
                </a:schemeClr>
              </a:solidFill>
            </a:endParaRPr>
          </a:p>
        </p:txBody>
      </p:sp>
      <p:sp>
        <p:nvSpPr>
          <p:cNvPr id="26" name="スライド番号プレースホルダー 2">
            <a:extLst>
              <a:ext uri="{FF2B5EF4-FFF2-40B4-BE49-F238E27FC236}">
                <a16:creationId xmlns:a16="http://schemas.microsoft.com/office/drawing/2014/main" id="{B550F294-39AE-4025-BDFF-785D5B44F371}"/>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mtClean="0">
                <a:solidFill>
                  <a:schemeClr val="accent1"/>
                </a:solidFill>
                <a:latin typeface="+mn-lt"/>
                <a:ea typeface="+mn-ea"/>
              </a:rPr>
              <a:pPr defTabSz="914400">
                <a:spcAft>
                  <a:spcPts val="600"/>
                </a:spcAft>
              </a:pPr>
              <a:t>6</a:t>
            </a:fld>
            <a:endParaRPr kumimoji="1" lang="en-US" altLang="ja-JP">
              <a:solidFill>
                <a:schemeClr val="accent1"/>
              </a:solidFill>
              <a:latin typeface="+mn-lt"/>
              <a:ea typeface="+mn-ea"/>
            </a:endParaRPr>
          </a:p>
        </p:txBody>
      </p:sp>
    </p:spTree>
    <p:extLst>
      <p:ext uri="{BB962C8B-B14F-4D97-AF65-F5344CB8AC3E}">
        <p14:creationId xmlns:p14="http://schemas.microsoft.com/office/powerpoint/2010/main" val="107947395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6678AB06-B45F-AF73-FCAB-CC70871D9813}"/>
              </a:ext>
            </a:extLst>
          </p:cNvPr>
          <p:cNvSpPr/>
          <p:nvPr/>
        </p:nvSpPr>
        <p:spPr>
          <a:xfrm>
            <a:off x="0" y="1193800"/>
            <a:ext cx="12188824" cy="5676900"/>
          </a:xfrm>
          <a:prstGeom prst="rect">
            <a:avLst/>
          </a:prstGeom>
          <a:solidFill>
            <a:srgbClr val="E053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98" name="Picture 2" descr="生成AI（Generative AI）とは">
            <a:extLst>
              <a:ext uri="{FF2B5EF4-FFF2-40B4-BE49-F238E27FC236}">
                <a16:creationId xmlns:a16="http://schemas.microsoft.com/office/drawing/2014/main" id="{21C094C3-F87B-F1B7-35E6-1CF29EDFC3DB}"/>
              </a:ext>
            </a:extLst>
          </p:cNvPr>
          <p:cNvPicPr>
            <a:picLocks noChangeAspect="1" noChangeArrowheads="1"/>
          </p:cNvPicPr>
          <p:nvPr/>
        </p:nvPicPr>
        <p:blipFill rotWithShape="1">
          <a:blip r:embed="rId2" cstate="screen">
            <a:extLst>
              <a:ext uri="{28A0092B-C50C-407E-A947-70E740481C1C}">
                <a14:useLocalDpi xmlns:a14="http://schemas.microsoft.com/office/drawing/2010/main"/>
              </a:ext>
            </a:extLst>
          </a:blip>
          <a:srcRect/>
          <a:stretch/>
        </p:blipFill>
        <p:spPr bwMode="auto">
          <a:xfrm>
            <a:off x="1768468" y="1193800"/>
            <a:ext cx="8953547" cy="5676900"/>
          </a:xfrm>
          <a:prstGeom prst="rect">
            <a:avLst/>
          </a:prstGeom>
          <a:noFill/>
          <a:extLst>
            <a:ext uri="{909E8E84-426E-40DD-AFC4-6F175D3DCCD1}">
              <a14:hiddenFill xmlns:a14="http://schemas.microsoft.com/office/drawing/2010/main">
                <a:solidFill>
                  <a:srgbClr val="FFFFFF"/>
                </a:solidFill>
              </a14:hiddenFill>
            </a:ext>
          </a:extLst>
        </p:spPr>
      </p:pic>
      <p:sp>
        <p:nvSpPr>
          <p:cNvPr id="3" name="タイトル 2">
            <a:extLst>
              <a:ext uri="{FF2B5EF4-FFF2-40B4-BE49-F238E27FC236}">
                <a16:creationId xmlns:a16="http://schemas.microsoft.com/office/drawing/2014/main" id="{945AA924-1EF2-3DDA-F851-36B7FE735FD1}"/>
              </a:ext>
            </a:extLst>
          </p:cNvPr>
          <p:cNvSpPr>
            <a:spLocks noGrp="1"/>
          </p:cNvSpPr>
          <p:nvPr>
            <p:ph type="title"/>
          </p:nvPr>
        </p:nvSpPr>
        <p:spPr/>
        <p:txBody>
          <a:bodyPr/>
          <a:lstStyle/>
          <a:p>
            <a:r>
              <a:rPr lang="ja-JP" altLang="en-US" dirty="0"/>
              <a:t>生成</a:t>
            </a:r>
            <a:r>
              <a:rPr lang="en-US" altLang="ja-JP" dirty="0"/>
              <a:t>AI</a:t>
            </a:r>
            <a:endParaRPr kumimoji="1" lang="ja-JP" altLang="en-US" dirty="0"/>
          </a:p>
        </p:txBody>
      </p:sp>
      <p:sp>
        <p:nvSpPr>
          <p:cNvPr id="4" name="スライド番号プレースホルダー 3">
            <a:extLst>
              <a:ext uri="{FF2B5EF4-FFF2-40B4-BE49-F238E27FC236}">
                <a16:creationId xmlns:a16="http://schemas.microsoft.com/office/drawing/2014/main" id="{85DF32FE-4B7E-B357-BC0C-E748858D846C}"/>
              </a:ext>
            </a:extLst>
          </p:cNvPr>
          <p:cNvSpPr>
            <a:spLocks noGrp="1"/>
          </p:cNvSpPr>
          <p:nvPr>
            <p:ph type="sldNum" sz="quarter" idx="11"/>
          </p:nvPr>
        </p:nvSpPr>
        <p:spPr/>
        <p:txBody>
          <a:bodyPr/>
          <a:lstStyle/>
          <a:p>
            <a:fld id="{B01966AA-40F2-4759-97C9-DDA0BED365A6}" type="slidenum">
              <a:rPr kumimoji="1" lang="ja-JP" altLang="en-US" smtClean="0"/>
              <a:pPr/>
              <a:t>7</a:t>
            </a:fld>
            <a:endParaRPr kumimoji="1" lang="ja-JP" altLang="en-US"/>
          </a:p>
        </p:txBody>
      </p:sp>
    </p:spTree>
    <p:extLst>
      <p:ext uri="{BB962C8B-B14F-4D97-AF65-F5344CB8AC3E}">
        <p14:creationId xmlns:p14="http://schemas.microsoft.com/office/powerpoint/2010/main" val="192557941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正方形/長方形 23">
            <a:extLst>
              <a:ext uri="{FF2B5EF4-FFF2-40B4-BE49-F238E27FC236}">
                <a16:creationId xmlns:a16="http://schemas.microsoft.com/office/drawing/2014/main" id="{27B7C0EE-3E9C-9092-377B-639EBF78F528}"/>
              </a:ext>
            </a:extLst>
          </p:cNvPr>
          <p:cNvSpPr/>
          <p:nvPr/>
        </p:nvSpPr>
        <p:spPr>
          <a:xfrm>
            <a:off x="0" y="1189176"/>
            <a:ext cx="12230100" cy="5668823"/>
          </a:xfrm>
          <a:prstGeom prst="rect">
            <a:avLst/>
          </a:prstGeom>
          <a:solidFill>
            <a:srgbClr val="FAF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タイトル 2">
            <a:extLst>
              <a:ext uri="{FF2B5EF4-FFF2-40B4-BE49-F238E27FC236}">
                <a16:creationId xmlns:a16="http://schemas.microsoft.com/office/drawing/2014/main" id="{B768C4C6-5C6D-47C1-9C62-631CF7C3E1D7}"/>
              </a:ext>
            </a:extLst>
          </p:cNvPr>
          <p:cNvSpPr>
            <a:spLocks noGrp="1"/>
          </p:cNvSpPr>
          <p:nvPr>
            <p:ph type="title"/>
          </p:nvPr>
        </p:nvSpPr>
        <p:spPr>
          <a:xfrm>
            <a:off x="301659" y="178339"/>
            <a:ext cx="11887167" cy="939208"/>
          </a:xfrm>
        </p:spPr>
        <p:txBody>
          <a:bodyPr vert="horz" lIns="91440" tIns="45720" rIns="91440" bIns="45720" rtlCol="0" anchor="b">
            <a:normAutofit fontScale="90000"/>
          </a:bodyPr>
          <a:lstStyle/>
          <a:p>
            <a:pPr algn="ctr" defTabSz="457200">
              <a:lnSpc>
                <a:spcPct val="90000"/>
              </a:lnSpc>
            </a:pPr>
            <a:r>
              <a:rPr lang="en-US" altLang="ja-JP" sz="4800" kern="1200" dirty="0"/>
              <a:t>LLM</a:t>
            </a:r>
            <a:r>
              <a:rPr lang="ja-JP" altLang="en-US" sz="4400" kern="1200" dirty="0"/>
              <a:t> </a:t>
            </a:r>
            <a:r>
              <a:rPr lang="en-US" altLang="ja-JP" kern="1200" dirty="0"/>
              <a:t>(Large Language Models:</a:t>
            </a:r>
            <a:r>
              <a:rPr lang="ja-JP" altLang="en-US" dirty="0"/>
              <a:t>大規模言語モデル</a:t>
            </a:r>
            <a:r>
              <a:rPr lang="en-US" altLang="ja-JP" dirty="0"/>
              <a:t>)</a:t>
            </a:r>
            <a:endParaRPr kumimoji="1" lang="en-US" altLang="ja-JP" sz="4800" kern="1200" dirty="0"/>
          </a:p>
        </p:txBody>
      </p:sp>
      <p:sp>
        <p:nvSpPr>
          <p:cNvPr id="4" name="スライド番号プレースホルダー 3">
            <a:extLst>
              <a:ext uri="{FF2B5EF4-FFF2-40B4-BE49-F238E27FC236}">
                <a16:creationId xmlns:a16="http://schemas.microsoft.com/office/drawing/2014/main" id="{8AE791EA-5263-4A74-8BCD-3A9C6A86E77A}"/>
              </a:ext>
            </a:extLst>
          </p:cNvPr>
          <p:cNvSpPr>
            <a:spLocks noGrp="1"/>
          </p:cNvSpPr>
          <p:nvPr>
            <p:ph type="sldNum" sz="quarter" idx="11"/>
          </p:nvPr>
        </p:nvSpPr>
        <p:spPr/>
        <p:txBody>
          <a:bodyPr vert="horz" lIns="91440" tIns="45720" rIns="91440" bIns="45720" rtlCol="0" anchor="ctr">
            <a:normAutofit lnSpcReduction="10000"/>
          </a:bodyPr>
          <a:lstStyle/>
          <a:p>
            <a:pPr defTabSz="914400">
              <a:spcAft>
                <a:spcPts val="600"/>
              </a:spcAft>
            </a:pPr>
            <a:fld id="{B01966AA-40F2-4759-97C9-DDA0BED365A6}" type="slidenum">
              <a:rPr kumimoji="1" lang="en-US" altLang="ja-JP" smtClean="0">
                <a:solidFill>
                  <a:schemeClr val="accent1"/>
                </a:solidFill>
                <a:latin typeface="+mn-lt"/>
                <a:ea typeface="+mn-ea"/>
              </a:rPr>
              <a:pPr defTabSz="914400">
                <a:spcAft>
                  <a:spcPts val="600"/>
                </a:spcAft>
              </a:pPr>
              <a:t>8</a:t>
            </a:fld>
            <a:endParaRPr kumimoji="1" lang="en-US" altLang="ja-JP" dirty="0">
              <a:solidFill>
                <a:schemeClr val="accent1"/>
              </a:solidFill>
              <a:latin typeface="+mn-lt"/>
              <a:ea typeface="+mn-ea"/>
            </a:endParaRPr>
          </a:p>
        </p:txBody>
      </p:sp>
      <p:sp>
        <p:nvSpPr>
          <p:cNvPr id="2" name="AutoShape 2" descr="サイドバーでクエリ検索">
            <a:extLst>
              <a:ext uri="{FF2B5EF4-FFF2-40B4-BE49-F238E27FC236}">
                <a16:creationId xmlns:a16="http://schemas.microsoft.com/office/drawing/2014/main" id="{A41FF336-1D34-747C-9E5B-774D156F1F1A}"/>
              </a:ext>
            </a:extLst>
          </p:cNvPr>
          <p:cNvSpPr>
            <a:spLocks noChangeAspect="1" noChangeArrowheads="1"/>
          </p:cNvSpPr>
          <p:nvPr/>
        </p:nvSpPr>
        <p:spPr bwMode="auto">
          <a:xfrm>
            <a:off x="5943600" y="3276600"/>
            <a:ext cx="304800" cy="304800"/>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21" name="図 20">
            <a:extLst>
              <a:ext uri="{FF2B5EF4-FFF2-40B4-BE49-F238E27FC236}">
                <a16:creationId xmlns:a16="http://schemas.microsoft.com/office/drawing/2014/main" id="{EE682AD6-8198-9637-64AC-95B74A1E2854}"/>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672570" y="5397492"/>
            <a:ext cx="4164286" cy="847883"/>
          </a:xfrm>
          <a:prstGeom prst="rect">
            <a:avLst/>
          </a:prstGeom>
          <a:effectLst>
            <a:outerShdw blurRad="50800" dist="38100" dir="2700000" algn="tl" rotWithShape="0">
              <a:prstClr val="black">
                <a:alpha val="40000"/>
              </a:prstClr>
            </a:outerShdw>
          </a:effectLst>
        </p:spPr>
      </p:pic>
      <p:pic>
        <p:nvPicPr>
          <p:cNvPr id="23" name="図 22">
            <a:extLst>
              <a:ext uri="{FF2B5EF4-FFF2-40B4-BE49-F238E27FC236}">
                <a16:creationId xmlns:a16="http://schemas.microsoft.com/office/drawing/2014/main" id="{7C657826-28A6-AA48-045F-E6B3F4BEC157}"/>
              </a:ext>
            </a:extLst>
          </p:cNvPr>
          <p:cNvPicPr>
            <a:picLocks noChangeAspect="1"/>
          </p:cNvPicPr>
          <p:nvPr/>
        </p:nvPicPr>
        <p:blipFill>
          <a:blip r:embed="rId3"/>
          <a:stretch>
            <a:fillRect/>
          </a:stretch>
        </p:blipFill>
        <p:spPr>
          <a:xfrm>
            <a:off x="6448633" y="5621577"/>
            <a:ext cx="5414963" cy="977702"/>
          </a:xfrm>
          <a:prstGeom prst="rect">
            <a:avLst/>
          </a:prstGeom>
          <a:effectLst>
            <a:outerShdw blurRad="50800" dist="38100" dir="2700000" algn="tl" rotWithShape="0">
              <a:prstClr val="black">
                <a:alpha val="40000"/>
              </a:prstClr>
            </a:outerShdw>
          </a:effectLst>
        </p:spPr>
      </p:pic>
      <p:pic>
        <p:nvPicPr>
          <p:cNvPr id="7" name="図 6">
            <a:extLst>
              <a:ext uri="{FF2B5EF4-FFF2-40B4-BE49-F238E27FC236}">
                <a16:creationId xmlns:a16="http://schemas.microsoft.com/office/drawing/2014/main" id="{7DD90A8E-B062-6F07-0E4C-DE2E898BCC00}"/>
              </a:ext>
            </a:extLst>
          </p:cNvPr>
          <p:cNvPicPr>
            <a:picLocks noChangeAspect="1"/>
          </p:cNvPicPr>
          <p:nvPr/>
        </p:nvPicPr>
        <p:blipFill>
          <a:blip r:embed="rId4"/>
          <a:stretch>
            <a:fillRect/>
          </a:stretch>
        </p:blipFill>
        <p:spPr>
          <a:xfrm>
            <a:off x="649318" y="4281356"/>
            <a:ext cx="5543138" cy="1100519"/>
          </a:xfrm>
          <a:prstGeom prst="rect">
            <a:avLst/>
          </a:prstGeom>
          <a:effectLst>
            <a:outerShdw blurRad="50800" dist="38100" dir="2700000" algn="tl" rotWithShape="0">
              <a:prstClr val="black">
                <a:alpha val="40000"/>
              </a:prstClr>
            </a:outerShdw>
          </a:effectLst>
        </p:spPr>
      </p:pic>
      <p:pic>
        <p:nvPicPr>
          <p:cNvPr id="8" name="図 7">
            <a:extLst>
              <a:ext uri="{FF2B5EF4-FFF2-40B4-BE49-F238E27FC236}">
                <a16:creationId xmlns:a16="http://schemas.microsoft.com/office/drawing/2014/main" id="{5F206C2D-281D-A3F2-7D46-78049B222190}"/>
              </a:ext>
            </a:extLst>
          </p:cNvPr>
          <p:cNvPicPr>
            <a:picLocks noChangeAspect="1"/>
          </p:cNvPicPr>
          <p:nvPr/>
        </p:nvPicPr>
        <p:blipFill>
          <a:blip r:embed="rId5"/>
          <a:stretch>
            <a:fillRect/>
          </a:stretch>
        </p:blipFill>
        <p:spPr>
          <a:xfrm>
            <a:off x="5811529" y="3531375"/>
            <a:ext cx="3344585" cy="839645"/>
          </a:xfrm>
          <a:prstGeom prst="rect">
            <a:avLst/>
          </a:prstGeom>
          <a:effectLst>
            <a:outerShdw blurRad="50800" dist="38100" dir="2700000" algn="tl" rotWithShape="0">
              <a:prstClr val="black">
                <a:alpha val="40000"/>
              </a:prstClr>
            </a:outerShdw>
          </a:effectLst>
        </p:spPr>
      </p:pic>
      <p:pic>
        <p:nvPicPr>
          <p:cNvPr id="9" name="図 8">
            <a:extLst>
              <a:ext uri="{FF2B5EF4-FFF2-40B4-BE49-F238E27FC236}">
                <a16:creationId xmlns:a16="http://schemas.microsoft.com/office/drawing/2014/main" id="{540318BA-70B1-7375-4740-50365AF9C81F}"/>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1384522" y="1339967"/>
            <a:ext cx="2370191" cy="2790599"/>
          </a:xfrm>
          <a:prstGeom prst="rect">
            <a:avLst/>
          </a:prstGeom>
          <a:effectLst>
            <a:outerShdw blurRad="50800" dist="38100" dir="2700000" algn="tl" rotWithShape="0">
              <a:prstClr val="black">
                <a:alpha val="40000"/>
              </a:prstClr>
            </a:outerShdw>
          </a:effectLst>
        </p:spPr>
      </p:pic>
      <p:pic>
        <p:nvPicPr>
          <p:cNvPr id="12" name="図 11">
            <a:extLst>
              <a:ext uri="{FF2B5EF4-FFF2-40B4-BE49-F238E27FC236}">
                <a16:creationId xmlns:a16="http://schemas.microsoft.com/office/drawing/2014/main" id="{C68DD226-919A-DCEC-7049-44006B01CE53}"/>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6245242" y="1601282"/>
            <a:ext cx="3930650" cy="1359072"/>
          </a:xfrm>
          <a:prstGeom prst="rect">
            <a:avLst/>
          </a:prstGeom>
          <a:effectLst>
            <a:outerShdw blurRad="50800" dist="38100" dir="2700000" algn="tl" rotWithShape="0">
              <a:prstClr val="black">
                <a:alpha val="40000"/>
              </a:prstClr>
            </a:outerShdw>
          </a:effectLst>
        </p:spPr>
      </p:pic>
      <p:pic>
        <p:nvPicPr>
          <p:cNvPr id="14" name="図 13">
            <a:extLst>
              <a:ext uri="{FF2B5EF4-FFF2-40B4-BE49-F238E27FC236}">
                <a16:creationId xmlns:a16="http://schemas.microsoft.com/office/drawing/2014/main" id="{F0D50BBC-0AD1-DF60-07B2-5EDB6D67DED1}"/>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9860154" y="3269290"/>
            <a:ext cx="1682528" cy="204188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18345062"/>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5396B5D-9AF2-9E1F-7BA4-A64CFB955BB4}"/>
              </a:ext>
            </a:extLst>
          </p:cNvPr>
          <p:cNvSpPr>
            <a:spLocks noGrp="1"/>
          </p:cNvSpPr>
          <p:nvPr>
            <p:ph type="sldNum" sz="quarter" idx="12"/>
          </p:nvPr>
        </p:nvSpPr>
        <p:spPr/>
        <p:txBody>
          <a:bodyPr/>
          <a:lstStyle/>
          <a:p>
            <a:fld id="{B01966AA-40F2-4759-97C9-DDA0BED365A6}" type="slidenum">
              <a:rPr kumimoji="1" lang="ja-JP" altLang="en-US" smtClean="0"/>
              <a:pPr/>
              <a:t>9</a:t>
            </a:fld>
            <a:endParaRPr kumimoji="1" lang="ja-JP" altLang="en-US"/>
          </a:p>
        </p:txBody>
      </p:sp>
      <p:pic>
        <p:nvPicPr>
          <p:cNvPr id="1026" name="Picture 2" descr="【図解】ChatGPTの原理/仕組みとは？">
            <a:extLst>
              <a:ext uri="{FF2B5EF4-FFF2-40B4-BE49-F238E27FC236}">
                <a16:creationId xmlns:a16="http://schemas.microsoft.com/office/drawing/2014/main" id="{445B893C-256F-77AF-BA54-5D51B4D68BE3}"/>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426720" y="8463"/>
            <a:ext cx="11338560" cy="6442364"/>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DA5FFB6F-20F6-6ADE-8F08-9B2672B81F32}"/>
              </a:ext>
            </a:extLst>
          </p:cNvPr>
          <p:cNvSpPr txBox="1"/>
          <p:nvPr/>
        </p:nvSpPr>
        <p:spPr>
          <a:xfrm>
            <a:off x="4361331" y="6488668"/>
            <a:ext cx="7606552" cy="369332"/>
          </a:xfrm>
          <a:prstGeom prst="rect">
            <a:avLst/>
          </a:prstGeom>
          <a:noFill/>
        </p:spPr>
        <p:txBody>
          <a:bodyPr wrap="square">
            <a:spAutoFit/>
          </a:bodyPr>
          <a:lstStyle/>
          <a:p>
            <a:r>
              <a:rPr lang="en-US" altLang="ja-JP" dirty="0">
                <a:hlinkClick r:id="rId3"/>
              </a:rPr>
              <a:t>【</a:t>
            </a:r>
            <a:r>
              <a:rPr lang="ja-JP" altLang="en-US" dirty="0">
                <a:hlinkClick r:id="rId3"/>
              </a:rPr>
              <a:t>図解</a:t>
            </a:r>
            <a:r>
              <a:rPr lang="en-US" altLang="ja-JP" dirty="0">
                <a:hlinkClick r:id="rId3"/>
              </a:rPr>
              <a:t>】ChatGPT</a:t>
            </a:r>
            <a:r>
              <a:rPr lang="ja-JP" altLang="en-US" dirty="0">
                <a:hlinkClick r:id="rId3"/>
              </a:rPr>
              <a:t>の原理</a:t>
            </a:r>
            <a:r>
              <a:rPr lang="en-US" altLang="ja-JP" dirty="0">
                <a:hlinkClick r:id="rId3"/>
              </a:rPr>
              <a:t>/</a:t>
            </a:r>
            <a:r>
              <a:rPr lang="ja-JP" altLang="en-US" dirty="0">
                <a:hlinkClick r:id="rId3"/>
              </a:rPr>
              <a:t>仕組みとは？データの学習方法も解説 </a:t>
            </a:r>
            <a:r>
              <a:rPr lang="en-US" altLang="ja-JP" dirty="0">
                <a:hlinkClick r:id="rId3"/>
              </a:rPr>
              <a:t>- AI</a:t>
            </a:r>
            <a:r>
              <a:rPr lang="ja-JP" altLang="en-US" dirty="0">
                <a:hlinkClick r:id="rId3"/>
              </a:rPr>
              <a:t>総研</a:t>
            </a:r>
            <a:endParaRPr lang="ja-JP" altLang="en-US" dirty="0"/>
          </a:p>
        </p:txBody>
      </p:sp>
    </p:spTree>
    <p:extLst>
      <p:ext uri="{BB962C8B-B14F-4D97-AF65-F5344CB8AC3E}">
        <p14:creationId xmlns:p14="http://schemas.microsoft.com/office/powerpoint/2010/main" val="42297494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282184-0EDC-12C1-F8D5-6B0B6DA6E793}"/>
            </a:ext>
          </a:extLst>
        </p:cNvPr>
        <p:cNvGrpSpPr/>
        <p:nvPr/>
      </p:nvGrpSpPr>
      <p:grpSpPr>
        <a:xfrm>
          <a:off x="0" y="0"/>
          <a:ext cx="0" cy="0"/>
          <a:chOff x="0" y="0"/>
          <a:chExt cx="0" cy="0"/>
        </a:xfrm>
      </p:grpSpPr>
      <p:grpSp>
        <p:nvGrpSpPr>
          <p:cNvPr id="6151" name="Group 6150">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6152" name="Straight Connector 6151">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53" name="Straight Connector 6152">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6154"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5"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6" name="Isosceles Triangle 6155">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7"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8"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9"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60" name="Isosceles Triangle 6159">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61" name="Isosceles Triangle 6160">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6146" name="Picture 2" descr="An illustrated workflow of Magentic-One completing a complex task from the GAIA agentic benchmark. The workflow starts with a description of the Task which reads “The attached image contains a Python script. Run the Python code against an array of strings, listed below. Output of the script is a URL containing C++ source code, compile, run and return the sum of the third and fifth integers…” The task description is shown flowing to the Orchestrator agent which then creates a dynamic/task-specific plan. The rest of the workflow lists the steps of the task being executed by the other agents on the Magentic-One team. First, the File Surfer accesses the image provided in the task description and extracts the code. Second, the Coder agent analyzes the Python code from the image. Third, the Computer Terminal executes the code provided by the Coder agent, outputting an url string. Fourth, the Web Surfer agent navigates to the url and extracts the C++ code shown on the page. Fifth, the Coder agent analyzes the C++ code. Sixth, the Computer Terminal executes the C++ code. Finally, the Orchestrator determines the task is complete and outputs the final result.">
            <a:extLst>
              <a:ext uri="{FF2B5EF4-FFF2-40B4-BE49-F238E27FC236}">
                <a16:creationId xmlns:a16="http://schemas.microsoft.com/office/drawing/2014/main" id="{D9C949AA-D42E-7CEF-64FF-220CF34EB713}"/>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1" y="10"/>
            <a:ext cx="12191999" cy="6857990"/>
          </a:xfrm>
          <a:prstGeom prst="rect">
            <a:avLst/>
          </a:prstGeom>
          <a:noFill/>
          <a:extLst>
            <a:ext uri="{909E8E84-426E-40DD-AFC4-6F175D3DCCD1}">
              <a14:hiddenFill xmlns:a14="http://schemas.microsoft.com/office/drawing/2010/main">
                <a:solidFill>
                  <a:srgbClr val="FFFFFF"/>
                </a:solidFill>
              </a14:hiddenFill>
            </a:ext>
          </a:extLst>
        </p:spPr>
      </p:pic>
      <p:sp>
        <p:nvSpPr>
          <p:cNvPr id="6163" name="Isosceles Triangle 6162">
            <a:extLst>
              <a:ext uri="{FF2B5EF4-FFF2-40B4-BE49-F238E27FC236}">
                <a16:creationId xmlns:a16="http://schemas.microsoft.com/office/drawing/2014/main" id="{3559A5F2-8BE0-4998-A1E4-1B145465A9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65" name="Parallelogram 6164">
            <a:extLst>
              <a:ext uri="{FF2B5EF4-FFF2-40B4-BE49-F238E27FC236}">
                <a16:creationId xmlns:a16="http://schemas.microsoft.com/office/drawing/2014/main" id="{3A6596D4-D53C-424F-9F16-CC8686C079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84541" y="0"/>
            <a:ext cx="7315200" cy="6858000"/>
          </a:xfrm>
          <a:prstGeom prst="parallelogram">
            <a:avLst>
              <a:gd name="adj" fmla="val 14937"/>
            </a:avLst>
          </a:prstGeom>
          <a:solidFill>
            <a:schemeClr val="tx1">
              <a:alpha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167" name="Straight Connector 6166">
            <a:extLst>
              <a:ext uri="{FF2B5EF4-FFF2-40B4-BE49-F238E27FC236}">
                <a16:creationId xmlns:a16="http://schemas.microsoft.com/office/drawing/2014/main" id="{81BB890B-70D4-42FE-A599-6AEF1A42D97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69" name="Straight Connector 6168">
            <a:extLst>
              <a:ext uri="{FF2B5EF4-FFF2-40B4-BE49-F238E27FC236}">
                <a16:creationId xmlns:a16="http://schemas.microsoft.com/office/drawing/2014/main" id="{3842D646-B58C-43C8-8152-01BC782B72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6171" name="Rectangle 23">
            <a:extLst>
              <a:ext uri="{FF2B5EF4-FFF2-40B4-BE49-F238E27FC236}">
                <a16:creationId xmlns:a16="http://schemas.microsoft.com/office/drawing/2014/main" id="{9772CABD-4211-42AA-B349-D4002E52F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73" name="Rectangle 25">
            <a:extLst>
              <a:ext uri="{FF2B5EF4-FFF2-40B4-BE49-F238E27FC236}">
                <a16:creationId xmlns:a16="http://schemas.microsoft.com/office/drawing/2014/main" id="{BBD91630-4DBA-4294-8016-FEB5C3B0C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75" name="Isosceles Triangle 6174">
            <a:extLst>
              <a:ext uri="{FF2B5EF4-FFF2-40B4-BE49-F238E27FC236}">
                <a16:creationId xmlns:a16="http://schemas.microsoft.com/office/drawing/2014/main" id="{E67D1587-504D-41BC-9D48-B61257BFB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 name="タイトル 2">
            <a:extLst>
              <a:ext uri="{FF2B5EF4-FFF2-40B4-BE49-F238E27FC236}">
                <a16:creationId xmlns:a16="http://schemas.microsoft.com/office/drawing/2014/main" id="{AD9DC0D3-C3DC-9124-F124-247737135587}"/>
              </a:ext>
            </a:extLst>
          </p:cNvPr>
          <p:cNvSpPr>
            <a:spLocks noGrp="1"/>
          </p:cNvSpPr>
          <p:nvPr>
            <p:ph type="title" idx="4294967295"/>
          </p:nvPr>
        </p:nvSpPr>
        <p:spPr>
          <a:xfrm>
            <a:off x="4457700" y="1678666"/>
            <a:ext cx="5435600" cy="91782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lang="en-US" altLang="ja-JP" sz="5400" dirty="0">
                <a:solidFill>
                  <a:schemeClr val="bg1"/>
                </a:solidFill>
              </a:rPr>
              <a:t>AI</a:t>
            </a:r>
            <a:r>
              <a:rPr lang="ja-JP" altLang="en-US" sz="5400" dirty="0">
                <a:solidFill>
                  <a:schemeClr val="bg1"/>
                </a:solidFill>
              </a:rPr>
              <a:t>エージェント</a:t>
            </a:r>
            <a:endParaRPr kumimoji="1" lang="en-US" altLang="ja-JP" sz="5400" dirty="0">
              <a:solidFill>
                <a:schemeClr val="bg1"/>
              </a:solidFill>
            </a:endParaRPr>
          </a:p>
        </p:txBody>
      </p:sp>
      <p:sp>
        <p:nvSpPr>
          <p:cNvPr id="26" name="スライド番号プレースホルダー 2">
            <a:extLst>
              <a:ext uri="{FF2B5EF4-FFF2-40B4-BE49-F238E27FC236}">
                <a16:creationId xmlns:a16="http://schemas.microsoft.com/office/drawing/2014/main" id="{2DA19A90-347A-CAC9-2EE9-1CEA95FBD3EE}"/>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chemeClr val="bg1"/>
                </a:solidFill>
                <a:latin typeface="+mn-lt"/>
                <a:ea typeface="+mn-ea"/>
              </a:rPr>
              <a:pPr defTabSz="914400">
                <a:spcAft>
                  <a:spcPts val="600"/>
                </a:spcAft>
              </a:pPr>
              <a:t>10</a:t>
            </a:fld>
            <a:endParaRPr kumimoji="1" lang="en-US" altLang="ja-JP" sz="900">
              <a:solidFill>
                <a:schemeClr val="bg1"/>
              </a:solidFill>
              <a:latin typeface="+mn-lt"/>
              <a:ea typeface="+mn-ea"/>
            </a:endParaRPr>
          </a:p>
        </p:txBody>
      </p:sp>
      <p:sp>
        <p:nvSpPr>
          <p:cNvPr id="6177" name="Rectangle 27">
            <a:extLst>
              <a:ext uri="{FF2B5EF4-FFF2-40B4-BE49-F238E27FC236}">
                <a16:creationId xmlns:a16="http://schemas.microsoft.com/office/drawing/2014/main" id="{8765DD1A-F044-4DE7-8A9B-7C30DC85A4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79" name="Rectangle 28">
            <a:extLst>
              <a:ext uri="{FF2B5EF4-FFF2-40B4-BE49-F238E27FC236}">
                <a16:creationId xmlns:a16="http://schemas.microsoft.com/office/drawing/2014/main" id="{2FE2170D-72D6-48A8-8E9A-BFF3BF03D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81" name="Rectangle 29">
            <a:extLst>
              <a:ext uri="{FF2B5EF4-FFF2-40B4-BE49-F238E27FC236}">
                <a16:creationId xmlns:a16="http://schemas.microsoft.com/office/drawing/2014/main" id="{01D19436-094D-463D-AFEA-870FDBD037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83" name="Isosceles Triangle 6182">
            <a:extLst>
              <a:ext uri="{FF2B5EF4-FFF2-40B4-BE49-F238E27FC236}">
                <a16:creationId xmlns:a16="http://schemas.microsoft.com/office/drawing/2014/main" id="{9A2DE6E0-967C-4C58-8558-EC08F1138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140892567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
            <a:extLst>
              <a:ext uri="{FF2B5EF4-FFF2-40B4-BE49-F238E27FC236}">
                <a16:creationId xmlns:a16="http://schemas.microsoft.com/office/drawing/2014/main" id="{3B66D5A8-59EF-B579-D632-2CE5B3AA5075}"/>
              </a:ext>
            </a:extLst>
          </p:cNvPr>
          <p:cNvSpPr>
            <a:spLocks noGrp="1" noChangeArrowheads="1"/>
          </p:cNvSpPr>
          <p:nvPr>
            <p:ph type="body" sz="quarter" idx="10"/>
          </p:nvPr>
        </p:nvSpPr>
        <p:spPr bwMode="auto">
          <a:xfrm>
            <a:off x="377448" y="3944993"/>
            <a:ext cx="95032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3200" b="1" i="0" u="none" strike="noStrike" cap="none" normalizeH="0" baseline="0" dirty="0">
                <a:ln>
                  <a:noFill/>
                </a:ln>
                <a:solidFill>
                  <a:srgbClr val="5C5C5C"/>
                </a:solidFill>
                <a:effectLst/>
                <a:latin typeface="BIZ UDPゴシック" panose="020B0400000000000000" pitchFamily="50" charset="-128"/>
              </a:rPr>
              <a:t>例2. 資料作成の例</a:t>
            </a:r>
            <a:endParaRPr kumimoji="0" lang="ja-JP" altLang="ja-JP" sz="3200" b="1" i="0" u="none" strike="noStrike" cap="none" normalizeH="0" baseline="0" dirty="0">
              <a:ln>
                <a:noFill/>
              </a:ln>
              <a:solidFill>
                <a:schemeClr val="tx1"/>
              </a:solidFill>
              <a:effectLst/>
              <a:latin typeface="BIZ UDPゴシック" panose="020B0400000000000000" pitchFamily="50" charset="-128"/>
            </a:endParaRPr>
          </a:p>
        </p:txBody>
      </p:sp>
      <p:sp>
        <p:nvSpPr>
          <p:cNvPr id="3" name="タイトル 2">
            <a:extLst>
              <a:ext uri="{FF2B5EF4-FFF2-40B4-BE49-F238E27FC236}">
                <a16:creationId xmlns:a16="http://schemas.microsoft.com/office/drawing/2014/main" id="{11D30786-827E-6404-B022-6BEE155BCD5D}"/>
              </a:ext>
            </a:extLst>
          </p:cNvPr>
          <p:cNvSpPr>
            <a:spLocks noGrp="1"/>
          </p:cNvSpPr>
          <p:nvPr>
            <p:ph type="title"/>
          </p:nvPr>
        </p:nvSpPr>
        <p:spPr>
          <a:xfrm>
            <a:off x="269238" y="320873"/>
            <a:ext cx="11887167" cy="939208"/>
          </a:xfrm>
        </p:spPr>
        <p:txBody>
          <a:bodyPr/>
          <a:lstStyle/>
          <a:p>
            <a:r>
              <a:rPr lang="ja-JP" altLang="en-US" dirty="0"/>
              <a:t>生成</a:t>
            </a:r>
            <a:r>
              <a:rPr lang="en-US" altLang="ja-JP" dirty="0"/>
              <a:t>AI</a:t>
            </a:r>
            <a:r>
              <a:rPr lang="ja-JP" altLang="en-US" dirty="0"/>
              <a:t>と</a:t>
            </a:r>
            <a:r>
              <a:rPr lang="en-US" altLang="ja-JP" dirty="0"/>
              <a:t>AI</a:t>
            </a:r>
            <a:r>
              <a:rPr lang="ja-JP" altLang="en-US" dirty="0"/>
              <a:t>エージェント</a:t>
            </a:r>
            <a:endParaRPr kumimoji="1" lang="ja-JP" altLang="en-US" dirty="0"/>
          </a:p>
        </p:txBody>
      </p:sp>
      <p:sp>
        <p:nvSpPr>
          <p:cNvPr id="4" name="スライド番号プレースホルダー 3">
            <a:extLst>
              <a:ext uri="{FF2B5EF4-FFF2-40B4-BE49-F238E27FC236}">
                <a16:creationId xmlns:a16="http://schemas.microsoft.com/office/drawing/2014/main" id="{33CCFD50-80F4-25F0-56DB-6512FEB1D0BA}"/>
              </a:ext>
            </a:extLst>
          </p:cNvPr>
          <p:cNvSpPr>
            <a:spLocks noGrp="1"/>
          </p:cNvSpPr>
          <p:nvPr>
            <p:ph type="sldNum" sz="quarter" idx="11"/>
          </p:nvPr>
        </p:nvSpPr>
        <p:spPr/>
        <p:txBody>
          <a:bodyPr/>
          <a:lstStyle/>
          <a:p>
            <a:fld id="{B01966AA-40F2-4759-97C9-DDA0BED365A6}" type="slidenum">
              <a:rPr kumimoji="1" lang="ja-JP" altLang="en-US" smtClean="0"/>
              <a:pPr/>
              <a:t>11</a:t>
            </a:fld>
            <a:endParaRPr kumimoji="1" lang="ja-JP" altLang="en-US"/>
          </a:p>
        </p:txBody>
      </p:sp>
      <p:graphicFrame>
        <p:nvGraphicFramePr>
          <p:cNvPr id="5" name="表 4">
            <a:extLst>
              <a:ext uri="{FF2B5EF4-FFF2-40B4-BE49-F238E27FC236}">
                <a16:creationId xmlns:a16="http://schemas.microsoft.com/office/drawing/2014/main" id="{3328D05C-A7F9-F914-5541-8DEB6A7A38BF}"/>
              </a:ext>
            </a:extLst>
          </p:cNvPr>
          <p:cNvGraphicFramePr>
            <a:graphicFrameLocks noGrp="1"/>
          </p:cNvGraphicFramePr>
          <p:nvPr/>
        </p:nvGraphicFramePr>
        <p:xfrm>
          <a:off x="649028" y="2215566"/>
          <a:ext cx="11011045" cy="1356360"/>
        </p:xfrm>
        <a:graphic>
          <a:graphicData uri="http://schemas.openxmlformats.org/drawingml/2006/table">
            <a:tbl>
              <a:tblPr>
                <a:effectLst>
                  <a:outerShdw blurRad="50800" dist="38100" dir="2700000" algn="tl" rotWithShape="0">
                    <a:prstClr val="black">
                      <a:alpha val="40000"/>
                    </a:prstClr>
                  </a:outerShdw>
                </a:effectLst>
                <a:tableStyleId>{69CF1AB2-1976-4502-BF36-3FF5EA218861}</a:tableStyleId>
              </a:tblPr>
              <a:tblGrid>
                <a:gridCol w="2658575">
                  <a:extLst>
                    <a:ext uri="{9D8B030D-6E8A-4147-A177-3AD203B41FA5}">
                      <a16:colId xmlns:a16="http://schemas.microsoft.com/office/drawing/2014/main" val="1371265281"/>
                    </a:ext>
                  </a:extLst>
                </a:gridCol>
                <a:gridCol w="8352470">
                  <a:extLst>
                    <a:ext uri="{9D8B030D-6E8A-4147-A177-3AD203B41FA5}">
                      <a16:colId xmlns:a16="http://schemas.microsoft.com/office/drawing/2014/main" val="4135454894"/>
                    </a:ext>
                  </a:extLst>
                </a:gridCol>
              </a:tblGrid>
              <a:tr h="0">
                <a:tc>
                  <a:txBody>
                    <a:bodyPr/>
                    <a:lstStyle/>
                    <a:p>
                      <a:r>
                        <a:rPr lang="ja-JP" altLang="en-US" sz="2800" b="1" dirty="0">
                          <a:solidFill>
                            <a:srgbClr val="000000"/>
                          </a:solidFill>
                          <a:effectLst/>
                          <a:latin typeface="BIZ UDPゴシック" panose="020B0400000000000000" pitchFamily="50" charset="-128"/>
                          <a:ea typeface="BIZ UDPゴシック" panose="020B0400000000000000" pitchFamily="50" charset="-128"/>
                        </a:rPr>
                        <a:t>生成</a:t>
                      </a:r>
                      <a:r>
                        <a:rPr lang="en-US" sz="2800" b="1" dirty="0">
                          <a:solidFill>
                            <a:srgbClr val="000000"/>
                          </a:solidFill>
                          <a:effectLst/>
                          <a:latin typeface="BIZ UDPゴシック" panose="020B0400000000000000" pitchFamily="50" charset="-128"/>
                          <a:ea typeface="BIZ UDPゴシック" panose="020B0400000000000000" pitchFamily="50" charset="-128"/>
                        </a:rPr>
                        <a:t>AI</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プロンプトでサンプル コードを書く</a:t>
                      </a:r>
                    </a:p>
                  </a:txBody>
                  <a:tcPr marL="41275" marR="41275" marT="19050" marB="19050" anchor="ctr"/>
                </a:tc>
                <a:extLst>
                  <a:ext uri="{0D108BD9-81ED-4DB2-BD59-A6C34878D82A}">
                    <a16:rowId xmlns:a16="http://schemas.microsoft.com/office/drawing/2014/main" val="110814720"/>
                  </a:ext>
                </a:extLst>
              </a:tr>
              <a:tr h="0">
                <a:tc>
                  <a:txBody>
                    <a:bodyPr/>
                    <a:lstStyle/>
                    <a:p>
                      <a:r>
                        <a:rPr lang="en-US" altLang="ja-JP" sz="2800" b="1" dirty="0">
                          <a:solidFill>
                            <a:srgbClr val="000000"/>
                          </a:solidFill>
                          <a:effectLst/>
                          <a:latin typeface="BIZ UDPゴシック" panose="020B0400000000000000" pitchFamily="50" charset="-128"/>
                          <a:ea typeface="BIZ UDPゴシック" panose="020B0400000000000000" pitchFamily="50" charset="-128"/>
                        </a:rPr>
                        <a:t>AI</a:t>
                      </a:r>
                      <a:r>
                        <a:rPr lang="ja-JP" altLang="en-US" sz="2800" b="1" dirty="0">
                          <a:solidFill>
                            <a:srgbClr val="000000"/>
                          </a:solidFill>
                          <a:effectLst/>
                          <a:latin typeface="BIZ UDPゴシック" panose="020B0400000000000000" pitchFamily="50" charset="-128"/>
                          <a:ea typeface="BIZ UDPゴシック" panose="020B0400000000000000" pitchFamily="50" charset="-128"/>
                        </a:rPr>
                        <a:t>エージェント</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プロンプトで「計画立案 → 情報収集 → コーディング → テスト → 結果報告」まで自律的に実行</a:t>
                      </a:r>
                    </a:p>
                  </a:txBody>
                  <a:tcPr marL="41275" marR="41275" marT="19050" marB="19050" anchor="ctr"/>
                </a:tc>
                <a:extLst>
                  <a:ext uri="{0D108BD9-81ED-4DB2-BD59-A6C34878D82A}">
                    <a16:rowId xmlns:a16="http://schemas.microsoft.com/office/drawing/2014/main" val="2043699353"/>
                  </a:ext>
                </a:extLst>
              </a:tr>
            </a:tbl>
          </a:graphicData>
        </a:graphic>
      </p:graphicFrame>
      <p:graphicFrame>
        <p:nvGraphicFramePr>
          <p:cNvPr id="6" name="表 5">
            <a:extLst>
              <a:ext uri="{FF2B5EF4-FFF2-40B4-BE49-F238E27FC236}">
                <a16:creationId xmlns:a16="http://schemas.microsoft.com/office/drawing/2014/main" id="{68C8B50E-8533-81B9-FDF7-DEFC6B4D0FB3}"/>
              </a:ext>
            </a:extLst>
          </p:cNvPr>
          <p:cNvGraphicFramePr>
            <a:graphicFrameLocks noGrp="1"/>
          </p:cNvGraphicFramePr>
          <p:nvPr/>
        </p:nvGraphicFramePr>
        <p:xfrm>
          <a:off x="690829" y="4681615"/>
          <a:ext cx="10969244" cy="1356360"/>
        </p:xfrm>
        <a:graphic>
          <a:graphicData uri="http://schemas.openxmlformats.org/drawingml/2006/table">
            <a:tbl>
              <a:tblPr>
                <a:effectLst>
                  <a:outerShdw blurRad="50800" dist="38100" dir="2700000" algn="tl" rotWithShape="0">
                    <a:prstClr val="black">
                      <a:alpha val="40000"/>
                    </a:prstClr>
                  </a:outerShdw>
                </a:effectLst>
                <a:tableStyleId>{69CF1AB2-1976-4502-BF36-3FF5EA218861}</a:tableStyleId>
              </a:tblPr>
              <a:tblGrid>
                <a:gridCol w="2577664">
                  <a:extLst>
                    <a:ext uri="{9D8B030D-6E8A-4147-A177-3AD203B41FA5}">
                      <a16:colId xmlns:a16="http://schemas.microsoft.com/office/drawing/2014/main" val="950087851"/>
                    </a:ext>
                  </a:extLst>
                </a:gridCol>
                <a:gridCol w="8391580">
                  <a:extLst>
                    <a:ext uri="{9D8B030D-6E8A-4147-A177-3AD203B41FA5}">
                      <a16:colId xmlns:a16="http://schemas.microsoft.com/office/drawing/2014/main" val="3280351110"/>
                    </a:ext>
                  </a:extLst>
                </a:gridCol>
              </a:tblGrid>
              <a:tr h="0">
                <a:tc>
                  <a:txBody>
                    <a:bodyPr/>
                    <a:lstStyle/>
                    <a:p>
                      <a:r>
                        <a:rPr lang="ja-JP" altLang="en-US" sz="2800" b="1" dirty="0">
                          <a:solidFill>
                            <a:srgbClr val="000000"/>
                          </a:solidFill>
                          <a:effectLst/>
                          <a:latin typeface="BIZ UDPゴシック" panose="020B0400000000000000" pitchFamily="50" charset="-128"/>
                          <a:ea typeface="BIZ UDPゴシック" panose="020B0400000000000000" pitchFamily="50" charset="-128"/>
                        </a:rPr>
                        <a:t>生成</a:t>
                      </a:r>
                      <a:r>
                        <a:rPr lang="en-US" sz="2800" b="1" dirty="0">
                          <a:solidFill>
                            <a:srgbClr val="000000"/>
                          </a:solidFill>
                          <a:effectLst/>
                          <a:latin typeface="BIZ UDPゴシック" panose="020B0400000000000000" pitchFamily="50" charset="-128"/>
                          <a:ea typeface="BIZ UDPゴシック" panose="020B0400000000000000" pitchFamily="50" charset="-128"/>
                        </a:rPr>
                        <a:t>AI</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プロンプトで参考文献一覧を作成</a:t>
                      </a:r>
                    </a:p>
                  </a:txBody>
                  <a:tcPr marL="41275" marR="41275" marT="19050" marB="19050" anchor="ctr"/>
                </a:tc>
                <a:extLst>
                  <a:ext uri="{0D108BD9-81ED-4DB2-BD59-A6C34878D82A}">
                    <a16:rowId xmlns:a16="http://schemas.microsoft.com/office/drawing/2014/main" val="761502244"/>
                  </a:ext>
                </a:extLst>
              </a:tr>
              <a:tr h="0">
                <a:tc>
                  <a:txBody>
                    <a:bodyPr/>
                    <a:lstStyle/>
                    <a:p>
                      <a:r>
                        <a:rPr lang="en-US" altLang="ja-JP" sz="2800" b="1" dirty="0">
                          <a:solidFill>
                            <a:srgbClr val="000000"/>
                          </a:solidFill>
                          <a:effectLst/>
                          <a:latin typeface="BIZ UDPゴシック" panose="020B0400000000000000" pitchFamily="50" charset="-128"/>
                          <a:ea typeface="BIZ UDPゴシック" panose="020B0400000000000000" pitchFamily="50" charset="-128"/>
                        </a:rPr>
                        <a:t>AI</a:t>
                      </a:r>
                      <a:r>
                        <a:rPr lang="ja-JP" altLang="en-US" sz="2800" b="1" dirty="0">
                          <a:solidFill>
                            <a:srgbClr val="000000"/>
                          </a:solidFill>
                          <a:effectLst/>
                          <a:latin typeface="BIZ UDPゴシック" panose="020B0400000000000000" pitchFamily="50" charset="-128"/>
                          <a:ea typeface="BIZ UDPゴシック" panose="020B0400000000000000" pitchFamily="50" charset="-128"/>
                        </a:rPr>
                        <a:t>エージェント</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プロンプトで「計画立案 → 参考文献収集 → 分析 → 資料作成 → </a:t>
                      </a:r>
                      <a:r>
                        <a:rPr lang="en-US" altLang="ja-JP" sz="2800" dirty="0">
                          <a:effectLst/>
                          <a:latin typeface="BIZ UDPゴシック" panose="020B0400000000000000" pitchFamily="50" charset="-128"/>
                          <a:ea typeface="BIZ UDPゴシック" panose="020B0400000000000000" pitchFamily="50" charset="-128"/>
                        </a:rPr>
                        <a:t>PDF</a:t>
                      </a:r>
                      <a:r>
                        <a:rPr lang="ja-JP" altLang="en-US" sz="2800" dirty="0">
                          <a:effectLst/>
                          <a:latin typeface="BIZ UDPゴシック" panose="020B0400000000000000" pitchFamily="50" charset="-128"/>
                          <a:ea typeface="BIZ UDPゴシック" panose="020B0400000000000000" pitchFamily="50" charset="-128"/>
                        </a:rPr>
                        <a:t>で出力」まで自律的に実行</a:t>
                      </a:r>
                    </a:p>
                  </a:txBody>
                  <a:tcPr marL="41275" marR="41275" marT="19050" marB="19050" anchor="ctr"/>
                </a:tc>
                <a:extLst>
                  <a:ext uri="{0D108BD9-81ED-4DB2-BD59-A6C34878D82A}">
                    <a16:rowId xmlns:a16="http://schemas.microsoft.com/office/drawing/2014/main" val="1901040293"/>
                  </a:ext>
                </a:extLst>
              </a:tr>
            </a:tbl>
          </a:graphicData>
        </a:graphic>
      </p:graphicFrame>
      <p:sp>
        <p:nvSpPr>
          <p:cNvPr id="11" name="Rectangle 1">
            <a:extLst>
              <a:ext uri="{FF2B5EF4-FFF2-40B4-BE49-F238E27FC236}">
                <a16:creationId xmlns:a16="http://schemas.microsoft.com/office/drawing/2014/main" id="{922DA4BE-3317-73E3-E51B-161896C193B1}"/>
              </a:ext>
            </a:extLst>
          </p:cNvPr>
          <p:cNvSpPr txBox="1">
            <a:spLocks noChangeArrowheads="1"/>
          </p:cNvSpPr>
          <p:nvPr/>
        </p:nvSpPr>
        <p:spPr bwMode="auto">
          <a:xfrm>
            <a:off x="377447" y="1530881"/>
            <a:ext cx="95032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57175" indent="-257175"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3921" kern="1200">
                <a:solidFill>
                  <a:schemeClr val="tx1"/>
                </a:solidFill>
                <a:latin typeface="Arial" panose="020B0604020202020204" pitchFamily="34" charset="0"/>
                <a:ea typeface="BIZ UDPゴシック" panose="020B0400000000000000" pitchFamily="50" charset="-128"/>
                <a:cs typeface="+mn-cs"/>
              </a:defRPr>
            </a:lvl1pPr>
            <a:lvl2pPr marL="557213" indent="-214313"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2745" kern="1200">
                <a:solidFill>
                  <a:schemeClr val="tx1"/>
                </a:solidFill>
                <a:latin typeface="Arial" panose="020B0604020202020204" pitchFamily="34" charset="0"/>
                <a:ea typeface="BIZ UDPゴシック" panose="020B0400000000000000" pitchFamily="50" charset="-128"/>
                <a:cs typeface="+mn-cs"/>
              </a:defRPr>
            </a:lvl2pPr>
            <a:lvl3pPr marL="857250" indent="-171450"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2353" kern="1200">
                <a:solidFill>
                  <a:schemeClr val="tx1"/>
                </a:solidFill>
                <a:latin typeface="Arial" panose="020B0604020202020204" pitchFamily="34" charset="0"/>
                <a:ea typeface="BIZ UDPゴシック" panose="020B0400000000000000" pitchFamily="50" charset="-128"/>
                <a:cs typeface="+mn-cs"/>
              </a:defRPr>
            </a:lvl3pPr>
            <a:lvl4pPr marL="1200150" indent="-171450"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1961" kern="1200">
                <a:solidFill>
                  <a:schemeClr val="tx1"/>
                </a:solidFill>
                <a:latin typeface="Arial" panose="020B0604020202020204" pitchFamily="34" charset="0"/>
                <a:ea typeface="BIZ UDPゴシック" panose="020B0400000000000000" pitchFamily="50" charset="-128"/>
                <a:cs typeface="+mn-cs"/>
              </a:defRPr>
            </a:lvl4pPr>
            <a:lvl5pPr marL="1543050" indent="-171450"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2800" kern="1200">
                <a:solidFill>
                  <a:schemeClr val="tx1"/>
                </a:solidFill>
                <a:latin typeface="Arial" panose="020B0604020202020204" pitchFamily="34" charset="0"/>
                <a:ea typeface="+mn-ea"/>
                <a:cs typeface="+mn-cs"/>
              </a:defRPr>
            </a:lvl5pPr>
            <a:lvl6pPr marL="18859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6pPr>
            <a:lvl7pPr marL="22288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7pPr>
            <a:lvl8pPr marL="25717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8pPr>
            <a:lvl9pPr marL="29146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9pPr>
          </a:lstStyle>
          <a:p>
            <a:pPr marL="0" indent="0" defTabSz="914400">
              <a:lnSpc>
                <a:spcPct val="100000"/>
              </a:lnSpc>
              <a:buClrTx/>
              <a:buSzTx/>
              <a:buFontTx/>
              <a:buNone/>
            </a:pPr>
            <a:r>
              <a:rPr kumimoji="0" lang="ja-JP" altLang="ja-JP" sz="3200" b="1" dirty="0">
                <a:solidFill>
                  <a:srgbClr val="5C5C5C"/>
                </a:solidFill>
                <a:latin typeface="BIZ UDPゴシック" panose="020B0400000000000000" pitchFamily="50" charset="-128"/>
              </a:rPr>
              <a:t>例1. 開発の例</a:t>
            </a:r>
            <a:endParaRPr kumimoji="0" lang="ja-JP" altLang="ja-JP" sz="3200" b="1" dirty="0">
              <a:latin typeface="BIZ UDPゴシック" panose="020B0400000000000000" pitchFamily="50" charset="-128"/>
            </a:endParaRPr>
          </a:p>
        </p:txBody>
      </p:sp>
    </p:spTree>
    <p:extLst>
      <p:ext uri="{BB962C8B-B14F-4D97-AF65-F5344CB8AC3E}">
        <p14:creationId xmlns:p14="http://schemas.microsoft.com/office/powerpoint/2010/main" val="39586461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061C6-675A-A856-253B-D9F3156E0169}"/>
            </a:ext>
          </a:extLst>
        </p:cNvPr>
        <p:cNvGrpSpPr/>
        <p:nvPr/>
      </p:nvGrpSpPr>
      <p:grpSpPr>
        <a:xfrm>
          <a:off x="0" y="0"/>
          <a:ext cx="0" cy="0"/>
          <a:chOff x="0" y="0"/>
          <a:chExt cx="0" cy="0"/>
        </a:xfrm>
      </p:grpSpPr>
      <p:pic>
        <p:nvPicPr>
          <p:cNvPr id="6" name="図 5" descr="机の上にある花瓶&#10;&#10;AI 生成コンテンツは誤りを含む可能性があります。">
            <a:extLst>
              <a:ext uri="{FF2B5EF4-FFF2-40B4-BE49-F238E27FC236}">
                <a16:creationId xmlns:a16="http://schemas.microsoft.com/office/drawing/2014/main" id="{F42351F0-C1A0-DE9B-5B7C-96850B49B54B}"/>
              </a:ext>
            </a:extLst>
          </p:cNvPr>
          <p:cNvPicPr>
            <a:picLocks noChangeAspect="1"/>
          </p:cNvPicPr>
          <p:nvPr/>
        </p:nvPicPr>
        <p:blipFill>
          <a:blip r:embed="rId3" cstate="print">
            <a:duotone>
              <a:prstClr val="black"/>
              <a:schemeClr val="tx2">
                <a:tint val="45000"/>
                <a:satMod val="400000"/>
              </a:schemeClr>
            </a:duotone>
            <a:alphaModFix amt="40000"/>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4" name="テキスト プレースホルダー 3">
            <a:extLst>
              <a:ext uri="{FF2B5EF4-FFF2-40B4-BE49-F238E27FC236}">
                <a16:creationId xmlns:a16="http://schemas.microsoft.com/office/drawing/2014/main" id="{74F152EE-2EF9-58A9-BCB9-7D43E2C4AF0A}"/>
              </a:ext>
            </a:extLst>
          </p:cNvPr>
          <p:cNvSpPr>
            <a:spLocks noGrp="1"/>
          </p:cNvSpPr>
          <p:nvPr>
            <p:ph type="body" sz="quarter" idx="10"/>
          </p:nvPr>
        </p:nvSpPr>
        <p:spPr>
          <a:xfrm>
            <a:off x="269239" y="1189177"/>
            <a:ext cx="11653523" cy="5660360"/>
          </a:xfrm>
        </p:spPr>
        <p:txBody>
          <a:bodyPr vert="horz" lIns="91440" tIns="45720" rIns="91440" bIns="45720" rtlCol="0">
            <a:noAutofit/>
          </a:bodyPr>
          <a:lstStyle/>
          <a:p>
            <a:pPr defTabSz="457200">
              <a:lnSpc>
                <a:spcPct val="140000"/>
              </a:lnSpc>
              <a:spcBef>
                <a:spcPts val="1000"/>
              </a:spcBef>
            </a:pPr>
            <a:r>
              <a:rPr lang="en-US" altLang="ja-JP" sz="3200" dirty="0">
                <a:solidFill>
                  <a:schemeClr val="tx1"/>
                </a:solidFill>
                <a:hlinkClick r:id="rId4">
                  <a:extLst>
                    <a:ext uri="{A12FA001-AC4F-418D-AE19-62706E023703}">
                      <ahyp:hlinkClr xmlns:ahyp="http://schemas.microsoft.com/office/drawing/2018/hyperlinkcolor" val="tx"/>
                    </a:ext>
                  </a:extLst>
                </a:hlinkClick>
              </a:rPr>
              <a:t>Claude Code | Anthropic</a:t>
            </a:r>
            <a:endParaRPr lang="en-US" altLang="ja-JP" sz="3200" dirty="0">
              <a:solidFill>
                <a:schemeClr val="tx1"/>
              </a:solidFill>
            </a:endParaRPr>
          </a:p>
          <a:p>
            <a:pPr defTabSz="457200">
              <a:lnSpc>
                <a:spcPct val="140000"/>
              </a:lnSpc>
              <a:spcBef>
                <a:spcPts val="1000"/>
              </a:spcBef>
            </a:pPr>
            <a:r>
              <a:rPr lang="en-US" altLang="ja-JP" sz="3200" dirty="0">
                <a:solidFill>
                  <a:schemeClr val="tx1"/>
                </a:solidFill>
                <a:hlinkClick r:id="rId5">
                  <a:extLst>
                    <a:ext uri="{A12FA001-AC4F-418D-AE19-62706E023703}">
                      <ahyp:hlinkClr xmlns:ahyp="http://schemas.microsoft.com/office/drawing/2018/hyperlinkcolor" val="tx"/>
                    </a:ext>
                  </a:extLst>
                </a:hlinkClick>
              </a:rPr>
              <a:t>Gemini CLI | Google</a:t>
            </a:r>
            <a:endParaRPr lang="en-US" altLang="ja-JP" sz="3200" dirty="0">
              <a:solidFill>
                <a:schemeClr val="tx1"/>
              </a:solidFill>
            </a:endParaRPr>
          </a:p>
          <a:p>
            <a:pPr defTabSz="457200">
              <a:lnSpc>
                <a:spcPct val="140000"/>
              </a:lnSpc>
              <a:spcBef>
                <a:spcPts val="1000"/>
              </a:spcBef>
            </a:pPr>
            <a:r>
              <a:rPr lang="en-US" altLang="ja-JP" sz="3200" dirty="0">
                <a:hlinkClick r:id="rId6"/>
              </a:rPr>
              <a:t>GitHub Copilot CLI</a:t>
            </a:r>
            <a:endParaRPr lang="en-US" altLang="ja-JP" sz="3200" dirty="0">
              <a:solidFill>
                <a:schemeClr val="tx1"/>
              </a:solidFill>
              <a:hlinkClick r:id="rId7">
                <a:extLst>
                  <a:ext uri="{A12FA001-AC4F-418D-AE19-62706E023703}">
                    <ahyp:hlinkClr xmlns:ahyp="http://schemas.microsoft.com/office/drawing/2018/hyperlinkcolor" val="tx"/>
                  </a:ext>
                </a:extLst>
              </a:hlinkClick>
            </a:endParaRPr>
          </a:p>
          <a:p>
            <a:pPr defTabSz="457200">
              <a:lnSpc>
                <a:spcPct val="140000"/>
              </a:lnSpc>
              <a:spcBef>
                <a:spcPts val="1000"/>
              </a:spcBef>
            </a:pPr>
            <a:r>
              <a:rPr lang="en-US" altLang="ja-JP" sz="3200" dirty="0">
                <a:solidFill>
                  <a:schemeClr val="tx1"/>
                </a:solidFill>
                <a:hlinkClick r:id="rId7">
                  <a:extLst>
                    <a:ext uri="{A12FA001-AC4F-418D-AE19-62706E023703}">
                      <ahyp:hlinkClr xmlns:ahyp="http://schemas.microsoft.com/office/drawing/2018/hyperlinkcolor" val="tx"/>
                    </a:ext>
                  </a:extLst>
                </a:hlinkClick>
              </a:rPr>
              <a:t>Codex | OpenAI</a:t>
            </a:r>
            <a:br>
              <a:rPr lang="en-US" altLang="ja-JP" sz="2800" dirty="0">
                <a:solidFill>
                  <a:schemeClr val="tx1"/>
                </a:solidFill>
              </a:rPr>
            </a:br>
            <a:r>
              <a:rPr lang="en-US" altLang="ja-JP" sz="2800" dirty="0">
                <a:solidFill>
                  <a:schemeClr val="tx1"/>
                </a:solidFill>
                <a:hlinkClick r:id="rId8">
                  <a:extLst>
                    <a:ext uri="{A12FA001-AC4F-418D-AE19-62706E023703}">
                      <ahyp:hlinkClr xmlns:ahyp="http://schemas.microsoft.com/office/drawing/2018/hyperlinkcolor" val="tx"/>
                    </a:ext>
                  </a:extLst>
                </a:hlinkClick>
              </a:rPr>
              <a:t>GitHub Copilot Agent Mode</a:t>
            </a:r>
            <a:endParaRPr lang="en-US" altLang="ja-JP" sz="2800" dirty="0">
              <a:solidFill>
                <a:schemeClr val="tx1"/>
              </a:solidFill>
            </a:endParaRPr>
          </a:p>
          <a:p>
            <a:pPr defTabSz="457200">
              <a:lnSpc>
                <a:spcPct val="140000"/>
              </a:lnSpc>
              <a:spcBef>
                <a:spcPts val="1000"/>
              </a:spcBef>
            </a:pPr>
            <a:r>
              <a:rPr lang="en-US" altLang="ja-JP" sz="2800" dirty="0">
                <a:solidFill>
                  <a:schemeClr val="tx1"/>
                </a:solidFill>
                <a:hlinkClick r:id="rId9">
                  <a:extLst>
                    <a:ext uri="{A12FA001-AC4F-418D-AE19-62706E023703}">
                      <ahyp:hlinkClr xmlns:ahyp="http://schemas.microsoft.com/office/drawing/2018/hyperlinkcolor" val="tx"/>
                    </a:ext>
                  </a:extLst>
                </a:hlinkClick>
              </a:rPr>
              <a:t>GitHub Copilot Coding Agent</a:t>
            </a:r>
            <a:endParaRPr lang="en-US" altLang="ja-JP" sz="2800" dirty="0">
              <a:solidFill>
                <a:schemeClr val="tx1"/>
              </a:solidFill>
            </a:endParaRPr>
          </a:p>
          <a:p>
            <a:pPr defTabSz="457200">
              <a:lnSpc>
                <a:spcPct val="140000"/>
              </a:lnSpc>
              <a:spcBef>
                <a:spcPts val="1000"/>
              </a:spcBef>
            </a:pPr>
            <a:r>
              <a:rPr lang="en-US" altLang="ja-JP" sz="2800" dirty="0">
                <a:solidFill>
                  <a:schemeClr val="tx1"/>
                </a:solidFill>
              </a:rPr>
              <a:t>…</a:t>
            </a:r>
          </a:p>
        </p:txBody>
      </p:sp>
      <p:sp>
        <p:nvSpPr>
          <p:cNvPr id="3" name="タイトル 2">
            <a:extLst>
              <a:ext uri="{FF2B5EF4-FFF2-40B4-BE49-F238E27FC236}">
                <a16:creationId xmlns:a16="http://schemas.microsoft.com/office/drawing/2014/main" id="{1C16BED9-331E-FA27-13B2-43C8AD3C7D29}"/>
              </a:ext>
            </a:extLst>
          </p:cNvPr>
          <p:cNvSpPr>
            <a:spLocks noGrp="1"/>
          </p:cNvSpPr>
          <p:nvPr>
            <p:ph type="title"/>
          </p:nvPr>
        </p:nvSpPr>
        <p:spPr/>
        <p:txBody>
          <a:bodyPr vert="horz" lIns="91440" tIns="45720" rIns="91440" bIns="45720" rtlCol="0" anchor="t">
            <a:normAutofit/>
          </a:bodyPr>
          <a:lstStyle/>
          <a:p>
            <a:pPr defTabSz="457200"/>
            <a:r>
              <a:rPr lang="en-US" altLang="ja-JP" sz="3600" dirty="0"/>
              <a:t>AI</a:t>
            </a:r>
            <a:r>
              <a:rPr lang="ja-JP" altLang="en-US" sz="3600" dirty="0"/>
              <a:t>エージェントの例</a:t>
            </a:r>
            <a:r>
              <a:rPr lang="ja-JP" altLang="en-US" sz="2800" dirty="0"/>
              <a:t> </a:t>
            </a:r>
            <a:r>
              <a:rPr lang="en-US" altLang="ja-JP" sz="2800" dirty="0"/>
              <a:t>(</a:t>
            </a:r>
            <a:r>
              <a:rPr lang="ja-JP" altLang="en-US" sz="2800" dirty="0"/>
              <a:t>主にコーディング関連</a:t>
            </a:r>
            <a:r>
              <a:rPr lang="en-US" altLang="ja-JP" sz="2800" dirty="0"/>
              <a:t>)</a:t>
            </a:r>
            <a:endParaRPr lang="ja-JP" altLang="en-US" sz="3600" dirty="0"/>
          </a:p>
        </p:txBody>
      </p:sp>
      <p:sp>
        <p:nvSpPr>
          <p:cNvPr id="2" name="スライド番号プレースホルダー 1">
            <a:extLst>
              <a:ext uri="{FF2B5EF4-FFF2-40B4-BE49-F238E27FC236}">
                <a16:creationId xmlns:a16="http://schemas.microsoft.com/office/drawing/2014/main" id="{7CEF580C-D3CF-69B1-6AF6-A85037F6017F}"/>
              </a:ext>
            </a:extLst>
          </p:cNvPr>
          <p:cNvSpPr>
            <a:spLocks noGrp="1"/>
          </p:cNvSpPr>
          <p:nvPr>
            <p:ph type="sldNum" sz="quarter" idx="11"/>
          </p:nvPr>
        </p:nvSpPr>
        <p:spPr/>
        <p:txBody>
          <a:bodyPr vert="horz" lIns="91440" tIns="45720" rIns="91440" bIns="45720" rtlCol="0" anchor="ctr">
            <a:normAutofit lnSpcReduction="10000"/>
          </a:bodyPr>
          <a:lstStyle/>
          <a:p>
            <a:pPr defTabSz="914400">
              <a:spcAft>
                <a:spcPts val="600"/>
              </a:spcAft>
            </a:pPr>
            <a:fld id="{B01966AA-40F2-4759-97C9-DDA0BED365A6}" type="slidenum">
              <a:rPr kumimoji="1" lang="en-US" altLang="ja-JP" smtClean="0">
                <a:solidFill>
                  <a:schemeClr val="accent1"/>
                </a:solidFill>
                <a:latin typeface="+mn-lt"/>
                <a:ea typeface="+mn-ea"/>
              </a:rPr>
              <a:pPr defTabSz="914400">
                <a:spcAft>
                  <a:spcPts val="600"/>
                </a:spcAft>
              </a:pPr>
              <a:t>12</a:t>
            </a:fld>
            <a:endParaRPr kumimoji="1" lang="en-US" altLang="ja-JP">
              <a:solidFill>
                <a:schemeClr val="accent1"/>
              </a:solidFill>
              <a:latin typeface="+mn-lt"/>
              <a:ea typeface="+mn-ea"/>
            </a:endParaRPr>
          </a:p>
        </p:txBody>
      </p:sp>
    </p:spTree>
    <p:extLst>
      <p:ext uri="{BB962C8B-B14F-4D97-AF65-F5344CB8AC3E}">
        <p14:creationId xmlns:p14="http://schemas.microsoft.com/office/powerpoint/2010/main" val="399445861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1342B-6ED5-4686-D980-FD7C19E1198D}"/>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977869-B172-0BA9-2FBF-12FDC8D58331}"/>
              </a:ext>
            </a:extLst>
          </p:cNvPr>
          <p:cNvSpPr/>
          <p:nvPr/>
        </p:nvSpPr>
        <p:spPr>
          <a:xfrm>
            <a:off x="21289" y="6275672"/>
            <a:ext cx="12170711" cy="616016"/>
          </a:xfrm>
          <a:prstGeom prst="rect">
            <a:avLst/>
          </a:prstGeom>
          <a:solidFill>
            <a:srgbClr val="0C0C0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スライド番号プレースホルダー 2">
            <a:extLst>
              <a:ext uri="{FF2B5EF4-FFF2-40B4-BE49-F238E27FC236}">
                <a16:creationId xmlns:a16="http://schemas.microsoft.com/office/drawing/2014/main" id="{AD0F41EF-DED4-D792-33FE-B7B429216466}"/>
              </a:ext>
            </a:extLst>
          </p:cNvPr>
          <p:cNvSpPr txBox="1">
            <a:spLocks/>
          </p:cNvSpPr>
          <p:nvPr/>
        </p:nvSpPr>
        <p:spPr>
          <a:xfrm>
            <a:off x="11509375" y="6611938"/>
            <a:ext cx="682625" cy="238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01966AA-40F2-4759-97C9-DDA0BED365A6}" type="slidenum">
              <a:rPr kumimoji="1" lang="ja-JP" altLang="en-US" sz="900" smtClean="0">
                <a:latin typeface="BIZ UDPゴシック" panose="020B0400000000000000" pitchFamily="50" charset="-128"/>
                <a:ea typeface="BIZ UDPゴシック" panose="020B0400000000000000" pitchFamily="50" charset="-128"/>
              </a:rPr>
              <a:pPr algn="r"/>
              <a:t>13</a:t>
            </a:fld>
            <a:endParaRPr kumimoji="1" lang="ja-JP" altLang="en-US" sz="900" dirty="0">
              <a:latin typeface="BIZ UDPゴシック" panose="020B0400000000000000" pitchFamily="50" charset="-128"/>
              <a:ea typeface="BIZ UDPゴシック" panose="020B0400000000000000" pitchFamily="50" charset="-128"/>
            </a:endParaRPr>
          </a:p>
        </p:txBody>
      </p:sp>
      <p:sp>
        <p:nvSpPr>
          <p:cNvPr id="5" name="タイトル 23">
            <a:extLst>
              <a:ext uri="{FF2B5EF4-FFF2-40B4-BE49-F238E27FC236}">
                <a16:creationId xmlns:a16="http://schemas.microsoft.com/office/drawing/2014/main" id="{ED3C1F2C-043B-396A-4D2C-FF4DBF0EC155}"/>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Claude Code | Anthropic</a:t>
            </a:r>
            <a:endParaRPr lang="ja-JP" altLang="en-US" sz="3600" dirty="0"/>
          </a:p>
        </p:txBody>
      </p:sp>
      <p:pic>
        <p:nvPicPr>
          <p:cNvPr id="3" name="図 2">
            <a:extLst>
              <a:ext uri="{FF2B5EF4-FFF2-40B4-BE49-F238E27FC236}">
                <a16:creationId xmlns:a16="http://schemas.microsoft.com/office/drawing/2014/main" id="{329A84EF-165C-32A5-5972-3B260E1C8D34}"/>
              </a:ext>
            </a:extLst>
          </p:cNvPr>
          <p:cNvPicPr>
            <a:picLocks noChangeAspect="1"/>
          </p:cNvPicPr>
          <p:nvPr/>
        </p:nvPicPr>
        <p:blipFill>
          <a:blip r:embed="rId2" cstate="print">
            <a:extLst>
              <a:ext uri="{28A0092B-C50C-407E-A947-70E740481C1C}">
                <a14:useLocalDpi xmlns:a14="http://schemas.microsoft.com/office/drawing/2010/main"/>
              </a:ext>
            </a:extLst>
          </a:blip>
          <a:srcRect b="311"/>
          <a:stretch>
            <a:fillRect/>
          </a:stretch>
        </p:blipFill>
        <p:spPr>
          <a:xfrm>
            <a:off x="-2776" y="1420869"/>
            <a:ext cx="12192000" cy="5932432"/>
          </a:xfrm>
          <a:prstGeom prst="rect">
            <a:avLst/>
          </a:prstGeom>
        </p:spPr>
      </p:pic>
      <p:sp>
        <p:nvSpPr>
          <p:cNvPr id="10" name="テキスト ボックス 9">
            <a:extLst>
              <a:ext uri="{FF2B5EF4-FFF2-40B4-BE49-F238E27FC236}">
                <a16:creationId xmlns:a16="http://schemas.microsoft.com/office/drawing/2014/main" id="{90D8B5E8-00D1-8CE0-7B5E-34094D668475}"/>
              </a:ext>
            </a:extLst>
          </p:cNvPr>
          <p:cNvSpPr txBox="1"/>
          <p:nvPr/>
        </p:nvSpPr>
        <p:spPr>
          <a:xfrm>
            <a:off x="7753150" y="312925"/>
            <a:ext cx="4075475"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none" rtlCol="0">
            <a:spAutoFit/>
          </a:bodyPr>
          <a:lstStyle/>
          <a:p>
            <a:r>
              <a:rPr kumimoji="1" lang="nn-NO" altLang="ja-JP" dirty="0"/>
              <a:t>npm install -g @anthropic-ai/claude-code</a:t>
            </a:r>
            <a:br>
              <a:rPr kumimoji="1" lang="nn-NO" altLang="ja-JP" dirty="0"/>
            </a:br>
            <a:r>
              <a:rPr kumimoji="1" lang="nn-NO" altLang="ja-JP" dirty="0"/>
              <a:t>claude</a:t>
            </a:r>
            <a:endParaRPr kumimoji="1" lang="ja-JP" altLang="en-US" dirty="0"/>
          </a:p>
        </p:txBody>
      </p:sp>
    </p:spTree>
    <p:extLst>
      <p:ext uri="{BB962C8B-B14F-4D97-AF65-F5344CB8AC3E}">
        <p14:creationId xmlns:p14="http://schemas.microsoft.com/office/powerpoint/2010/main" val="1460261059"/>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3A106-3C4E-3DE8-71A3-822F29B6D9A2}"/>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260B046F-9FDB-194F-E182-2635D9B01F9B}"/>
              </a:ext>
            </a:extLst>
          </p:cNvPr>
          <p:cNvSpPr/>
          <p:nvPr/>
        </p:nvSpPr>
        <p:spPr>
          <a:xfrm>
            <a:off x="21289" y="6275672"/>
            <a:ext cx="12170711" cy="616016"/>
          </a:xfrm>
          <a:prstGeom prst="rect">
            <a:avLst/>
          </a:prstGeom>
          <a:solidFill>
            <a:srgbClr val="0C0C0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スライド番号プレースホルダー 2">
            <a:extLst>
              <a:ext uri="{FF2B5EF4-FFF2-40B4-BE49-F238E27FC236}">
                <a16:creationId xmlns:a16="http://schemas.microsoft.com/office/drawing/2014/main" id="{92AA66D3-EB43-CCC9-5604-E4591C7C7862}"/>
              </a:ext>
            </a:extLst>
          </p:cNvPr>
          <p:cNvSpPr txBox="1">
            <a:spLocks/>
          </p:cNvSpPr>
          <p:nvPr/>
        </p:nvSpPr>
        <p:spPr>
          <a:xfrm>
            <a:off x="11509375" y="6611938"/>
            <a:ext cx="682625" cy="238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01966AA-40F2-4759-97C9-DDA0BED365A6}" type="slidenum">
              <a:rPr kumimoji="1" lang="ja-JP" altLang="en-US" sz="900" smtClean="0">
                <a:latin typeface="BIZ UDPゴシック" panose="020B0400000000000000" pitchFamily="50" charset="-128"/>
                <a:ea typeface="BIZ UDPゴシック" panose="020B0400000000000000" pitchFamily="50" charset="-128"/>
              </a:rPr>
              <a:pPr algn="r"/>
              <a:t>14</a:t>
            </a:fld>
            <a:endParaRPr kumimoji="1" lang="ja-JP" altLang="en-US" sz="900" dirty="0">
              <a:latin typeface="BIZ UDPゴシック" panose="020B0400000000000000" pitchFamily="50" charset="-128"/>
              <a:ea typeface="BIZ UDPゴシック" panose="020B0400000000000000" pitchFamily="50" charset="-128"/>
            </a:endParaRPr>
          </a:p>
        </p:txBody>
      </p:sp>
      <p:pic>
        <p:nvPicPr>
          <p:cNvPr id="6" name="図 5">
            <a:extLst>
              <a:ext uri="{FF2B5EF4-FFF2-40B4-BE49-F238E27FC236}">
                <a16:creationId xmlns:a16="http://schemas.microsoft.com/office/drawing/2014/main" id="{898984C5-E39F-4C8C-493C-CAA291B79C02}"/>
              </a:ext>
            </a:extLst>
          </p:cNvPr>
          <p:cNvPicPr>
            <a:picLocks noChangeAspect="1"/>
          </p:cNvPicPr>
          <p:nvPr/>
        </p:nvPicPr>
        <p:blipFill>
          <a:blip r:embed="rId2"/>
          <a:stretch>
            <a:fillRect/>
          </a:stretch>
        </p:blipFill>
        <p:spPr>
          <a:xfrm>
            <a:off x="21289" y="1650581"/>
            <a:ext cx="12165806" cy="4919731"/>
          </a:xfrm>
          <a:prstGeom prst="rect">
            <a:avLst/>
          </a:prstGeom>
          <a:effectLst>
            <a:outerShdw blurRad="50800" dist="38100" dir="2700000" algn="tl" rotWithShape="0">
              <a:prstClr val="black">
                <a:alpha val="40000"/>
              </a:prstClr>
            </a:outerShdw>
          </a:effectLst>
        </p:spPr>
      </p:pic>
      <p:sp>
        <p:nvSpPr>
          <p:cNvPr id="9" name="タイトル 23">
            <a:extLst>
              <a:ext uri="{FF2B5EF4-FFF2-40B4-BE49-F238E27FC236}">
                <a16:creationId xmlns:a16="http://schemas.microsoft.com/office/drawing/2014/main" id="{AE613F3B-7C4B-7E3E-0E32-C96AD515571E}"/>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Gemini CLI | Google</a:t>
            </a:r>
            <a:endParaRPr lang="ja-JP" altLang="en-US" sz="3600" dirty="0"/>
          </a:p>
        </p:txBody>
      </p:sp>
      <p:sp>
        <p:nvSpPr>
          <p:cNvPr id="10" name="テキスト ボックス 9">
            <a:extLst>
              <a:ext uri="{FF2B5EF4-FFF2-40B4-BE49-F238E27FC236}">
                <a16:creationId xmlns:a16="http://schemas.microsoft.com/office/drawing/2014/main" id="{5D4CC48D-9E83-49AE-8ECF-3ED98B0918C3}"/>
              </a:ext>
            </a:extLst>
          </p:cNvPr>
          <p:cNvSpPr txBox="1"/>
          <p:nvPr/>
        </p:nvSpPr>
        <p:spPr>
          <a:xfrm>
            <a:off x="7753150" y="312925"/>
            <a:ext cx="4138863"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square" rtlCol="0">
            <a:spAutoFit/>
          </a:bodyPr>
          <a:lstStyle/>
          <a:p>
            <a:r>
              <a:rPr kumimoji="1" lang="nn-NO" altLang="ja-JP" dirty="0"/>
              <a:t>npm install -g @google/gemini-cli</a:t>
            </a:r>
            <a:br>
              <a:rPr kumimoji="1" lang="nn-NO" altLang="ja-JP" dirty="0"/>
            </a:br>
            <a:r>
              <a:rPr kumimoji="1" lang="nn-NO" altLang="ja-JP" dirty="0"/>
              <a:t>gemini</a:t>
            </a:r>
            <a:endParaRPr kumimoji="1" lang="ja-JP" altLang="en-US" dirty="0"/>
          </a:p>
        </p:txBody>
      </p:sp>
    </p:spTree>
    <p:extLst>
      <p:ext uri="{BB962C8B-B14F-4D97-AF65-F5344CB8AC3E}">
        <p14:creationId xmlns:p14="http://schemas.microsoft.com/office/powerpoint/2010/main" val="121493122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a:extLst>
              <a:ext uri="{FF2B5EF4-FFF2-40B4-BE49-F238E27FC236}">
                <a16:creationId xmlns:a16="http://schemas.microsoft.com/office/drawing/2014/main" id="{7AB2F41A-A256-59EA-557E-65FBF1E875AA}"/>
              </a:ext>
            </a:extLst>
          </p:cNvPr>
          <p:cNvSpPr>
            <a:spLocks noGrp="1"/>
          </p:cNvSpPr>
          <p:nvPr>
            <p:ph type="sldNum" sz="quarter" idx="10"/>
          </p:nvPr>
        </p:nvSpPr>
        <p:spPr/>
        <p:txBody>
          <a:bodyPr/>
          <a:lstStyle/>
          <a:p>
            <a:fld id="{B01966AA-40F2-4759-97C9-DDA0BED365A6}" type="slidenum">
              <a:rPr kumimoji="1" lang="ja-JP" altLang="en-US" smtClean="0"/>
              <a:pPr/>
              <a:t>15</a:t>
            </a:fld>
            <a:endParaRPr kumimoji="1" lang="ja-JP" altLang="en-US"/>
          </a:p>
        </p:txBody>
      </p:sp>
      <p:pic>
        <p:nvPicPr>
          <p:cNvPr id="5" name="図 4">
            <a:extLst>
              <a:ext uri="{FF2B5EF4-FFF2-40B4-BE49-F238E27FC236}">
                <a16:creationId xmlns:a16="http://schemas.microsoft.com/office/drawing/2014/main" id="{59B645EA-9210-2FC5-46EA-40C70BC8CE5C}"/>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939092"/>
            <a:ext cx="12192000" cy="5518842"/>
          </a:xfrm>
          <a:prstGeom prst="rect">
            <a:avLst/>
          </a:prstGeom>
        </p:spPr>
      </p:pic>
      <p:sp>
        <p:nvSpPr>
          <p:cNvPr id="7" name="タイトル 23">
            <a:extLst>
              <a:ext uri="{FF2B5EF4-FFF2-40B4-BE49-F238E27FC236}">
                <a16:creationId xmlns:a16="http://schemas.microsoft.com/office/drawing/2014/main" id="{6C793795-3B28-398D-694F-B638530085CB}"/>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GitHub Copilot CLI</a:t>
            </a:r>
            <a:endParaRPr lang="ja-JP" altLang="en-US" sz="3600" dirty="0"/>
          </a:p>
        </p:txBody>
      </p:sp>
      <p:sp>
        <p:nvSpPr>
          <p:cNvPr id="8" name="テキスト ボックス 7">
            <a:extLst>
              <a:ext uri="{FF2B5EF4-FFF2-40B4-BE49-F238E27FC236}">
                <a16:creationId xmlns:a16="http://schemas.microsoft.com/office/drawing/2014/main" id="{9EAF06ED-CD2C-792E-B220-060C522BBD6A}"/>
              </a:ext>
            </a:extLst>
          </p:cNvPr>
          <p:cNvSpPr txBox="1"/>
          <p:nvPr/>
        </p:nvSpPr>
        <p:spPr>
          <a:xfrm>
            <a:off x="7753149" y="312925"/>
            <a:ext cx="4066673"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square" rtlCol="0">
            <a:spAutoFit/>
          </a:bodyPr>
          <a:lstStyle/>
          <a:p>
            <a:r>
              <a:rPr lang="en-US" altLang="ja-JP" dirty="0" err="1"/>
              <a:t>npm</a:t>
            </a:r>
            <a:r>
              <a:rPr lang="en-US" altLang="ja-JP" dirty="0"/>
              <a:t> install -g @github/copilot</a:t>
            </a:r>
            <a:br>
              <a:rPr kumimoji="1" lang="nn-NO" altLang="ja-JP" dirty="0"/>
            </a:br>
            <a:r>
              <a:rPr kumimoji="1" lang="nn-NO" altLang="ja-JP" dirty="0"/>
              <a:t>copilot</a:t>
            </a:r>
            <a:endParaRPr kumimoji="1" lang="ja-JP" altLang="en-US" dirty="0"/>
          </a:p>
        </p:txBody>
      </p:sp>
    </p:spTree>
    <p:extLst>
      <p:ext uri="{BB962C8B-B14F-4D97-AF65-F5344CB8AC3E}">
        <p14:creationId xmlns:p14="http://schemas.microsoft.com/office/powerpoint/2010/main" val="2288159741"/>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2CCD0ADA-F711-3C56-CE7D-BF5B364A033E}"/>
              </a:ext>
            </a:extLst>
          </p:cNvPr>
          <p:cNvSpPr/>
          <p:nvPr/>
        </p:nvSpPr>
        <p:spPr>
          <a:xfrm>
            <a:off x="8441356" y="1280160"/>
            <a:ext cx="3737672" cy="5577840"/>
          </a:xfrm>
          <a:prstGeom prst="rect">
            <a:avLst/>
          </a:prstGeom>
          <a:solidFill>
            <a:srgbClr val="0C0C0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スライド番号プレースホルダー 2">
            <a:extLst>
              <a:ext uri="{FF2B5EF4-FFF2-40B4-BE49-F238E27FC236}">
                <a16:creationId xmlns:a16="http://schemas.microsoft.com/office/drawing/2014/main" id="{982145EB-7F05-A16E-BCC0-D114455C4DA8}"/>
              </a:ext>
            </a:extLst>
          </p:cNvPr>
          <p:cNvSpPr>
            <a:spLocks noGrp="1"/>
          </p:cNvSpPr>
          <p:nvPr>
            <p:ph type="sldNum" sz="quarter" idx="10"/>
          </p:nvPr>
        </p:nvSpPr>
        <p:spPr/>
        <p:txBody>
          <a:bodyPr/>
          <a:lstStyle/>
          <a:p>
            <a:fld id="{B01966AA-40F2-4759-97C9-DDA0BED365A6}" type="slidenum">
              <a:rPr kumimoji="1" lang="ja-JP" altLang="en-US" smtClean="0"/>
              <a:pPr/>
              <a:t>16</a:t>
            </a:fld>
            <a:endParaRPr kumimoji="1" lang="ja-JP" altLang="en-US"/>
          </a:p>
        </p:txBody>
      </p:sp>
      <p:pic>
        <p:nvPicPr>
          <p:cNvPr id="7" name="図 6">
            <a:extLst>
              <a:ext uri="{FF2B5EF4-FFF2-40B4-BE49-F238E27FC236}">
                <a16:creationId xmlns:a16="http://schemas.microsoft.com/office/drawing/2014/main" id="{4452697A-4DDD-AE9E-79BC-304C86C6A732}"/>
              </a:ext>
            </a:extLst>
          </p:cNvPr>
          <p:cNvPicPr>
            <a:picLocks noChangeAspect="1"/>
          </p:cNvPicPr>
          <p:nvPr/>
        </p:nvPicPr>
        <p:blipFill>
          <a:blip r:embed="rId2"/>
          <a:stretch>
            <a:fillRect/>
          </a:stretch>
        </p:blipFill>
        <p:spPr>
          <a:xfrm>
            <a:off x="0" y="1304223"/>
            <a:ext cx="8591580" cy="5553777"/>
          </a:xfrm>
          <a:prstGeom prst="rect">
            <a:avLst/>
          </a:prstGeom>
        </p:spPr>
      </p:pic>
      <p:sp>
        <p:nvSpPr>
          <p:cNvPr id="9" name="タイトル 23">
            <a:extLst>
              <a:ext uri="{FF2B5EF4-FFF2-40B4-BE49-F238E27FC236}">
                <a16:creationId xmlns:a16="http://schemas.microsoft.com/office/drawing/2014/main" id="{A6AAE4E8-3BAD-0F4F-1CF2-0A5E5DB97E45}"/>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Codex | OpenAI</a:t>
            </a:r>
            <a:endParaRPr lang="ja-JP" altLang="en-US" sz="3600" dirty="0"/>
          </a:p>
        </p:txBody>
      </p:sp>
      <p:sp>
        <p:nvSpPr>
          <p:cNvPr id="10" name="テキスト ボックス 9">
            <a:extLst>
              <a:ext uri="{FF2B5EF4-FFF2-40B4-BE49-F238E27FC236}">
                <a16:creationId xmlns:a16="http://schemas.microsoft.com/office/drawing/2014/main" id="{AF660E33-5179-E858-23C8-65BB2ECAF803}"/>
              </a:ext>
            </a:extLst>
          </p:cNvPr>
          <p:cNvSpPr txBox="1"/>
          <p:nvPr/>
        </p:nvSpPr>
        <p:spPr>
          <a:xfrm>
            <a:off x="7753149" y="312925"/>
            <a:ext cx="4066673"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square" rtlCol="0">
            <a:spAutoFit/>
          </a:bodyPr>
          <a:lstStyle/>
          <a:p>
            <a:r>
              <a:rPr lang="en-US" altLang="ja-JP" dirty="0" err="1"/>
              <a:t>npm</a:t>
            </a:r>
            <a:r>
              <a:rPr lang="en-US" altLang="ja-JP" dirty="0"/>
              <a:t> install -g @openai/codex</a:t>
            </a:r>
            <a:br>
              <a:rPr kumimoji="1" lang="nn-NO" altLang="ja-JP" dirty="0"/>
            </a:br>
            <a:r>
              <a:rPr kumimoji="1" lang="nn-NO" altLang="ja-JP" dirty="0"/>
              <a:t>codex</a:t>
            </a:r>
            <a:endParaRPr kumimoji="1" lang="ja-JP" altLang="en-US" dirty="0"/>
          </a:p>
        </p:txBody>
      </p:sp>
    </p:spTree>
    <p:extLst>
      <p:ext uri="{BB962C8B-B14F-4D97-AF65-F5344CB8AC3E}">
        <p14:creationId xmlns:p14="http://schemas.microsoft.com/office/powerpoint/2010/main" val="2132183589"/>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18A8E-D371-35D6-DF74-CE87E32C81A0}"/>
            </a:ext>
          </a:extLst>
        </p:cNvPr>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209D4713-1E50-D18A-6481-E7DFFB437770}"/>
              </a:ext>
            </a:extLst>
          </p:cNvPr>
          <p:cNvSpPr>
            <a:spLocks noGrp="1"/>
          </p:cNvSpPr>
          <p:nvPr>
            <p:ph type="body" sz="quarter" idx="10"/>
          </p:nvPr>
        </p:nvSpPr>
        <p:spPr>
          <a:xfrm>
            <a:off x="269240" y="1189177"/>
            <a:ext cx="5730594" cy="4543616"/>
          </a:xfrm>
        </p:spPr>
        <p:txBody>
          <a:bodyPr/>
          <a:lstStyle/>
          <a:p>
            <a:r>
              <a:rPr lang="en-US" altLang="ja-JP" sz="2400" dirty="0"/>
              <a:t>AI</a:t>
            </a:r>
            <a:r>
              <a:rPr lang="ja-JP" altLang="en-US" sz="2400" dirty="0"/>
              <a:t>エージェント</a:t>
            </a:r>
          </a:p>
          <a:p>
            <a:pPr lvl="1"/>
            <a:r>
              <a:rPr lang="en-US" altLang="ja-JP" sz="1600" dirty="0" err="1">
                <a:hlinkClick r:id="rId3"/>
              </a:rPr>
              <a:t>NotebookLM</a:t>
            </a:r>
            <a:r>
              <a:rPr lang="en-US" altLang="ja-JP" sz="1400" dirty="0">
                <a:hlinkClick r:id="rId3"/>
              </a:rPr>
              <a:t> | Google</a:t>
            </a:r>
            <a:endParaRPr lang="en-US" altLang="ja-JP" sz="1600" dirty="0"/>
          </a:p>
          <a:p>
            <a:pPr lvl="1"/>
            <a:r>
              <a:rPr lang="en-US" altLang="ja-JP" sz="1600" dirty="0" err="1">
                <a:hlinkClick r:id="rId4"/>
              </a:rPr>
              <a:t>Genspark</a:t>
            </a:r>
            <a:endParaRPr lang="en-US" altLang="ja-JP" sz="1600" dirty="0"/>
          </a:p>
          <a:p>
            <a:pPr lvl="1"/>
            <a:r>
              <a:rPr lang="en-US" altLang="ja-JP" sz="1600" dirty="0">
                <a:hlinkClick r:id="rId5"/>
              </a:rPr>
              <a:t>Manus</a:t>
            </a:r>
            <a:endParaRPr lang="en-US" altLang="ja-JP" sz="1600" dirty="0"/>
          </a:p>
          <a:p>
            <a:pPr lvl="1"/>
            <a:r>
              <a:rPr lang="en-US" altLang="ja-JP" sz="1600" dirty="0">
                <a:hlinkClick r:id="rId6"/>
              </a:rPr>
              <a:t>Perplexity Labs</a:t>
            </a:r>
            <a:endParaRPr lang="en-US" altLang="ja-JP" sz="1600" dirty="0"/>
          </a:p>
          <a:p>
            <a:pPr lvl="1"/>
            <a:r>
              <a:rPr lang="en-US" altLang="ja-JP" sz="1600" dirty="0" err="1">
                <a:hlinkClick r:id="rId7"/>
              </a:rPr>
              <a:t>skywork</a:t>
            </a:r>
            <a:endParaRPr lang="en-US" altLang="ja-JP" sz="1600" dirty="0"/>
          </a:p>
          <a:p>
            <a:r>
              <a:rPr lang="en-US" altLang="ja-JP" sz="2400" dirty="0"/>
              <a:t>AI</a:t>
            </a:r>
            <a:r>
              <a:rPr lang="ja-JP" altLang="en-US" sz="2400" dirty="0"/>
              <a:t>エージェント ブラウザー</a:t>
            </a:r>
          </a:p>
          <a:p>
            <a:pPr lvl="1"/>
            <a:r>
              <a:rPr lang="en-US" altLang="ja-JP" sz="1600" dirty="0" err="1">
                <a:hlinkClick r:id="rId8"/>
              </a:rPr>
              <a:t>Fellou</a:t>
            </a:r>
            <a:endParaRPr lang="en-US" altLang="ja-JP" sz="1600" dirty="0"/>
          </a:p>
          <a:p>
            <a:pPr lvl="1"/>
            <a:r>
              <a:rPr lang="en-US" altLang="ja-JP" sz="1600" dirty="0">
                <a:hlinkClick r:id="rId9"/>
              </a:rPr>
              <a:t>Opera Neona</a:t>
            </a:r>
            <a:endParaRPr lang="ja-JP" altLang="en-US" sz="1600" dirty="0"/>
          </a:p>
        </p:txBody>
      </p:sp>
      <p:sp>
        <p:nvSpPr>
          <p:cNvPr id="3" name="タイトル 2">
            <a:extLst>
              <a:ext uri="{FF2B5EF4-FFF2-40B4-BE49-F238E27FC236}">
                <a16:creationId xmlns:a16="http://schemas.microsoft.com/office/drawing/2014/main" id="{E05E9580-7CE8-9C1D-6632-6D77F05C92AD}"/>
              </a:ext>
            </a:extLst>
          </p:cNvPr>
          <p:cNvSpPr>
            <a:spLocks noGrp="1"/>
          </p:cNvSpPr>
          <p:nvPr>
            <p:ph type="title"/>
          </p:nvPr>
        </p:nvSpPr>
        <p:spPr/>
        <p:txBody>
          <a:bodyPr/>
          <a:lstStyle/>
          <a:p>
            <a:r>
              <a:rPr lang="en-US" altLang="ja-JP" dirty="0"/>
              <a:t>AI</a:t>
            </a:r>
            <a:r>
              <a:rPr lang="ja-JP" altLang="en-US" dirty="0"/>
              <a:t>エージェントの例</a:t>
            </a:r>
          </a:p>
        </p:txBody>
      </p:sp>
      <p:sp>
        <p:nvSpPr>
          <p:cNvPr id="2" name="スライド番号プレースホルダー 1">
            <a:extLst>
              <a:ext uri="{FF2B5EF4-FFF2-40B4-BE49-F238E27FC236}">
                <a16:creationId xmlns:a16="http://schemas.microsoft.com/office/drawing/2014/main" id="{981827E9-F533-18F1-8AE6-449AB6439668}"/>
              </a:ext>
            </a:extLst>
          </p:cNvPr>
          <p:cNvSpPr>
            <a:spLocks noGrp="1"/>
          </p:cNvSpPr>
          <p:nvPr>
            <p:ph type="sldNum" sz="quarter" idx="11"/>
          </p:nvPr>
        </p:nvSpPr>
        <p:spPr/>
        <p:txBody>
          <a:bodyPr/>
          <a:lstStyle/>
          <a:p>
            <a:fld id="{B01966AA-40F2-4759-97C9-DDA0BED365A6}" type="slidenum">
              <a:rPr kumimoji="1" lang="ja-JP" altLang="en-US" smtClean="0"/>
              <a:pPr/>
              <a:t>17</a:t>
            </a:fld>
            <a:endParaRPr kumimoji="1" lang="ja-JP" altLang="en-US"/>
          </a:p>
        </p:txBody>
      </p:sp>
      <p:pic>
        <p:nvPicPr>
          <p:cNvPr id="6" name="図 5">
            <a:extLst>
              <a:ext uri="{FF2B5EF4-FFF2-40B4-BE49-F238E27FC236}">
                <a16:creationId xmlns:a16="http://schemas.microsoft.com/office/drawing/2014/main" id="{A4C6B824-EFF2-99F9-8900-A2758C3FE8B8}"/>
              </a:ext>
            </a:extLst>
          </p:cNvPr>
          <p:cNvPicPr>
            <a:picLocks noChangeAspect="1"/>
          </p:cNvPicPr>
          <p:nvPr/>
        </p:nvPicPr>
        <p:blipFill>
          <a:blip r:embed="rId10" cstate="print">
            <a:extLst>
              <a:ext uri="{28A0092B-C50C-407E-A947-70E740481C1C}">
                <a14:useLocalDpi xmlns:a14="http://schemas.microsoft.com/office/drawing/2010/main"/>
              </a:ext>
            </a:extLst>
          </a:blip>
          <a:stretch>
            <a:fillRect/>
          </a:stretch>
        </p:blipFill>
        <p:spPr>
          <a:xfrm>
            <a:off x="5964794" y="1469572"/>
            <a:ext cx="5957967" cy="3429000"/>
          </a:xfrm>
          <a:prstGeom prst="rect">
            <a:avLst/>
          </a:prstGeom>
          <a:effectLst>
            <a:outerShdw blurRad="50800" dist="38100" dir="2700000" algn="tl" rotWithShape="0">
              <a:prstClr val="black">
                <a:alpha val="40000"/>
              </a:prstClr>
            </a:outerShdw>
          </a:effectLst>
        </p:spPr>
      </p:pic>
      <p:sp>
        <p:nvSpPr>
          <p:cNvPr id="5" name="テキスト プレースホルダー 3">
            <a:extLst>
              <a:ext uri="{FF2B5EF4-FFF2-40B4-BE49-F238E27FC236}">
                <a16:creationId xmlns:a16="http://schemas.microsoft.com/office/drawing/2014/main" id="{F31824C1-6AFA-32AF-C1DA-894034735CC7}"/>
              </a:ext>
            </a:extLst>
          </p:cNvPr>
          <p:cNvSpPr txBox="1">
            <a:spLocks/>
          </p:cNvSpPr>
          <p:nvPr/>
        </p:nvSpPr>
        <p:spPr>
          <a:xfrm>
            <a:off x="3028659" y="4842727"/>
            <a:ext cx="3266414" cy="870816"/>
          </a:xfrm>
          <a:prstGeom prst="rect">
            <a:avLst/>
          </a:prstGeom>
        </p:spPr>
        <p:txBody>
          <a:bodyPr vert="horz" wrap="square" lIns="91440" tIns="45720" rIns="91440" bIns="45720" rtlCol="0">
            <a:sp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92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2745"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353"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196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r>
              <a:rPr lang="en-US" altLang="ja-JP" sz="1600" dirty="0" err="1">
                <a:hlinkClick r:id="rId11"/>
              </a:rPr>
              <a:t>Genspark</a:t>
            </a:r>
            <a:r>
              <a:rPr lang="en-US" altLang="ja-JP" sz="1600" dirty="0">
                <a:hlinkClick r:id="rId11"/>
              </a:rPr>
              <a:t> Browser</a:t>
            </a:r>
            <a:endParaRPr lang="en-US" altLang="ja-JP" sz="1600" dirty="0"/>
          </a:p>
          <a:p>
            <a:r>
              <a:rPr lang="en-US" altLang="ja-JP" sz="1600" dirty="0">
                <a:hlinkClick r:id="rId12"/>
              </a:rPr>
              <a:t>Dia</a:t>
            </a:r>
            <a:endParaRPr lang="en-US" altLang="ja-JP" sz="1600" dirty="0"/>
          </a:p>
        </p:txBody>
      </p:sp>
      <p:sp>
        <p:nvSpPr>
          <p:cNvPr id="7" name="テキスト プレースホルダー 3">
            <a:extLst>
              <a:ext uri="{FF2B5EF4-FFF2-40B4-BE49-F238E27FC236}">
                <a16:creationId xmlns:a16="http://schemas.microsoft.com/office/drawing/2014/main" id="{412E2D25-03C6-F914-2E68-27EDD2982F96}"/>
              </a:ext>
            </a:extLst>
          </p:cNvPr>
          <p:cNvSpPr txBox="1">
            <a:spLocks/>
          </p:cNvSpPr>
          <p:nvPr/>
        </p:nvSpPr>
        <p:spPr>
          <a:xfrm>
            <a:off x="3028659" y="3703959"/>
            <a:ext cx="2147211" cy="398892"/>
          </a:xfrm>
          <a:prstGeom prst="rect">
            <a:avLst/>
          </a:prstGeom>
        </p:spPr>
        <p:txBody>
          <a:bodyPr vert="horz" wrap="square" lIns="91440" tIns="45720" rIns="91440" bIns="45720" rtlCol="0">
            <a:sp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92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2745"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353"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196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r>
              <a:rPr lang="en-US" altLang="ja-JP" sz="1600" dirty="0">
                <a:hlinkClick r:id="rId13"/>
              </a:rPr>
              <a:t>Napkin</a:t>
            </a:r>
            <a:endParaRPr lang="en-US" altLang="ja-JP" sz="1600" dirty="0"/>
          </a:p>
        </p:txBody>
      </p:sp>
    </p:spTree>
    <p:extLst>
      <p:ext uri="{BB962C8B-B14F-4D97-AF65-F5344CB8AC3E}">
        <p14:creationId xmlns:p14="http://schemas.microsoft.com/office/powerpoint/2010/main" val="9516389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0" end="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D0D22E-FE07-0467-134A-6CF77532FA8D}"/>
            </a:ext>
          </a:extLst>
        </p:cNvPr>
        <p:cNvGrpSpPr/>
        <p:nvPr/>
      </p:nvGrpSpPr>
      <p:grpSpPr>
        <a:xfrm>
          <a:off x="0" y="0"/>
          <a:ext cx="0" cy="0"/>
          <a:chOff x="0" y="0"/>
          <a:chExt cx="0" cy="0"/>
        </a:xfrm>
      </p:grpSpPr>
      <p:grpSp>
        <p:nvGrpSpPr>
          <p:cNvPr id="1031" name="Group 1030">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032" name="Straight Connector 1031">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33" name="Straight Connector 1032">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034"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5"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6" name="Isosceles Triangle 1035">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7"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8"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9"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40" name="Isosceles Triangle 1039">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41" name="Isosceles Triangle 1040">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1026" name="Picture 2" descr="ダイアグラム&#10;&#10;AI 生成コンテンツは誤りを含む可能性があります。">
            <a:extLst>
              <a:ext uri="{FF2B5EF4-FFF2-40B4-BE49-F238E27FC236}">
                <a16:creationId xmlns:a16="http://schemas.microsoft.com/office/drawing/2014/main" id="{6702A242-4635-2495-E42B-CCE5D71B2F9F}"/>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347178" y="-8467"/>
            <a:ext cx="12191999" cy="6857990"/>
          </a:xfrm>
          <a:prstGeom prst="rect">
            <a:avLst/>
          </a:prstGeom>
          <a:noFill/>
          <a:extLst>
            <a:ext uri="{909E8E84-426E-40DD-AFC4-6F175D3DCCD1}">
              <a14:hiddenFill xmlns:a14="http://schemas.microsoft.com/office/drawing/2010/main">
                <a:solidFill>
                  <a:srgbClr val="FFFFFF"/>
                </a:solidFill>
              </a14:hiddenFill>
            </a:ext>
          </a:extLst>
        </p:spPr>
      </p:pic>
      <p:sp>
        <p:nvSpPr>
          <p:cNvPr id="1043" name="Isosceles Triangle 1042">
            <a:extLst>
              <a:ext uri="{FF2B5EF4-FFF2-40B4-BE49-F238E27FC236}">
                <a16:creationId xmlns:a16="http://schemas.microsoft.com/office/drawing/2014/main" id="{3559A5F2-8BE0-4998-A1E4-1B145465A9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45" name="Parallelogram 1044">
            <a:extLst>
              <a:ext uri="{FF2B5EF4-FFF2-40B4-BE49-F238E27FC236}">
                <a16:creationId xmlns:a16="http://schemas.microsoft.com/office/drawing/2014/main" id="{3A6596D4-D53C-424F-9F16-CC8686C079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84541" y="0"/>
            <a:ext cx="7315200" cy="6858000"/>
          </a:xfrm>
          <a:prstGeom prst="parallelogram">
            <a:avLst>
              <a:gd name="adj" fmla="val 14937"/>
            </a:avLst>
          </a:prstGeom>
          <a:solidFill>
            <a:schemeClr val="tx1">
              <a:alpha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047" name="Straight Connector 1046">
            <a:extLst>
              <a:ext uri="{FF2B5EF4-FFF2-40B4-BE49-F238E27FC236}">
                <a16:creationId xmlns:a16="http://schemas.microsoft.com/office/drawing/2014/main" id="{81BB890B-70D4-42FE-A599-6AEF1A42D97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9" name="Straight Connector 1048">
            <a:extLst>
              <a:ext uri="{FF2B5EF4-FFF2-40B4-BE49-F238E27FC236}">
                <a16:creationId xmlns:a16="http://schemas.microsoft.com/office/drawing/2014/main" id="{3842D646-B58C-43C8-8152-01BC782B72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051" name="Rectangle 23">
            <a:extLst>
              <a:ext uri="{FF2B5EF4-FFF2-40B4-BE49-F238E27FC236}">
                <a16:creationId xmlns:a16="http://schemas.microsoft.com/office/drawing/2014/main" id="{9772CABD-4211-42AA-B349-D4002E52F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53" name="Rectangle 25">
            <a:extLst>
              <a:ext uri="{FF2B5EF4-FFF2-40B4-BE49-F238E27FC236}">
                <a16:creationId xmlns:a16="http://schemas.microsoft.com/office/drawing/2014/main" id="{BBD91630-4DBA-4294-8016-FEB5C3B0C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55" name="Isosceles Triangle 1054">
            <a:extLst>
              <a:ext uri="{FF2B5EF4-FFF2-40B4-BE49-F238E27FC236}">
                <a16:creationId xmlns:a16="http://schemas.microsoft.com/office/drawing/2014/main" id="{E67D1587-504D-41BC-9D48-B61257BFB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 name="タイトル 2">
            <a:extLst>
              <a:ext uri="{FF2B5EF4-FFF2-40B4-BE49-F238E27FC236}">
                <a16:creationId xmlns:a16="http://schemas.microsoft.com/office/drawing/2014/main" id="{4085306F-2DB5-6CEB-8369-9C65DB7325AB}"/>
              </a:ext>
            </a:extLst>
          </p:cNvPr>
          <p:cNvSpPr>
            <a:spLocks noGrp="1"/>
          </p:cNvSpPr>
          <p:nvPr>
            <p:ph type="title" idx="4294967295"/>
          </p:nvPr>
        </p:nvSpPr>
        <p:spPr>
          <a:xfrm>
            <a:off x="3951418" y="2041931"/>
            <a:ext cx="6776477" cy="1104900"/>
          </a:xfrm>
          <a:effectLst>
            <a:outerShdw blurRad="50800" dist="38100" dir="2700000" algn="tl" rotWithShape="0">
              <a:prstClr val="black">
                <a:alpha val="40000"/>
              </a:prstClr>
            </a:outerShdw>
          </a:effectLst>
        </p:spPr>
        <p:txBody>
          <a:bodyPr vert="horz" lIns="91440" tIns="45720" rIns="91440" bIns="45720" rtlCol="0" anchor="b">
            <a:noAutofit/>
          </a:bodyPr>
          <a:lstStyle/>
          <a:p>
            <a:pPr algn="r" defTabSz="457200">
              <a:lnSpc>
                <a:spcPct val="90000"/>
              </a:lnSpc>
            </a:pPr>
            <a:r>
              <a:rPr lang="en-US" altLang="ja-JP" sz="3600" dirty="0">
                <a:solidFill>
                  <a:schemeClr val="bg1"/>
                </a:solidFill>
              </a:rPr>
              <a:t>MCP</a:t>
            </a:r>
            <a:r>
              <a:rPr lang="en-US" altLang="ja-JP" sz="2800" dirty="0">
                <a:solidFill>
                  <a:schemeClr val="bg1"/>
                </a:solidFill>
              </a:rPr>
              <a:t> (Model Context Protocol)</a:t>
            </a:r>
            <a:endParaRPr kumimoji="1" lang="en-US" altLang="ja-JP" sz="2800" dirty="0">
              <a:solidFill>
                <a:schemeClr val="bg1"/>
              </a:solidFill>
            </a:endParaRPr>
          </a:p>
        </p:txBody>
      </p:sp>
      <p:sp>
        <p:nvSpPr>
          <p:cNvPr id="26" name="スライド番号プレースホルダー 2">
            <a:extLst>
              <a:ext uri="{FF2B5EF4-FFF2-40B4-BE49-F238E27FC236}">
                <a16:creationId xmlns:a16="http://schemas.microsoft.com/office/drawing/2014/main" id="{E9E4BDDD-29F3-580C-9DD8-5B8DDCE4E7D3}"/>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a:solidFill>
                  <a:schemeClr val="bg1"/>
                </a:solidFill>
                <a:latin typeface="+mn-lt"/>
                <a:ea typeface="+mn-ea"/>
              </a:rPr>
              <a:pPr defTabSz="914400">
                <a:spcAft>
                  <a:spcPts val="600"/>
                </a:spcAft>
              </a:pPr>
              <a:t>18</a:t>
            </a:fld>
            <a:endParaRPr kumimoji="1" lang="en-US" altLang="ja-JP">
              <a:solidFill>
                <a:schemeClr val="bg1"/>
              </a:solidFill>
              <a:latin typeface="+mn-lt"/>
              <a:ea typeface="+mn-ea"/>
            </a:endParaRPr>
          </a:p>
        </p:txBody>
      </p:sp>
      <p:sp>
        <p:nvSpPr>
          <p:cNvPr id="1057" name="Rectangle 27">
            <a:extLst>
              <a:ext uri="{FF2B5EF4-FFF2-40B4-BE49-F238E27FC236}">
                <a16:creationId xmlns:a16="http://schemas.microsoft.com/office/drawing/2014/main" id="{8765DD1A-F044-4DE7-8A9B-7C30DC85A4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59" name="Rectangle 28">
            <a:extLst>
              <a:ext uri="{FF2B5EF4-FFF2-40B4-BE49-F238E27FC236}">
                <a16:creationId xmlns:a16="http://schemas.microsoft.com/office/drawing/2014/main" id="{2FE2170D-72D6-48A8-8E9A-BFF3BF03D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61" name="Rectangle 29">
            <a:extLst>
              <a:ext uri="{FF2B5EF4-FFF2-40B4-BE49-F238E27FC236}">
                <a16:creationId xmlns:a16="http://schemas.microsoft.com/office/drawing/2014/main" id="{01D19436-094D-463D-AFEA-870FDBD037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63" name="Isosceles Triangle 1062">
            <a:extLst>
              <a:ext uri="{FF2B5EF4-FFF2-40B4-BE49-F238E27FC236}">
                <a16:creationId xmlns:a16="http://schemas.microsoft.com/office/drawing/2014/main" id="{9A2DE6E0-967C-4C58-8558-EC08F1138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304076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A636A-47E6-D75E-BB43-554DBE894DFB}"/>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C34B2D6-DACE-2571-5102-35E75F8EAE59}"/>
              </a:ext>
            </a:extLst>
          </p:cNvPr>
          <p:cNvSpPr>
            <a:spLocks noGrp="1"/>
          </p:cNvSpPr>
          <p:nvPr>
            <p:ph type="body" sz="quarter" idx="10"/>
          </p:nvPr>
        </p:nvSpPr>
        <p:spPr>
          <a:xfrm>
            <a:off x="269239" y="1189176"/>
            <a:ext cx="11740623" cy="6662721"/>
          </a:xfrm>
        </p:spPr>
        <p:txBody>
          <a:bodyPr/>
          <a:lstStyle/>
          <a:p>
            <a:r>
              <a:rPr lang="en-US" altLang="ja-JP" sz="4000" dirty="0"/>
              <a:t>MCP</a:t>
            </a:r>
            <a:r>
              <a:rPr lang="ja-JP" altLang="en-US" sz="4000" dirty="0"/>
              <a:t> （</a:t>
            </a:r>
            <a:r>
              <a:rPr lang="en-US" altLang="ja-JP" sz="4000" dirty="0"/>
              <a:t>Model Context Protocol</a:t>
            </a:r>
            <a:r>
              <a:rPr lang="ja-JP" altLang="en-US" sz="4000" dirty="0"/>
              <a:t>） とは</a:t>
            </a:r>
            <a:endParaRPr lang="en-US" altLang="ja-JP" sz="4000" dirty="0"/>
          </a:p>
          <a:p>
            <a:pPr lvl="1"/>
            <a:r>
              <a:rPr lang="en-US" altLang="ja-JP" sz="2800" dirty="0"/>
              <a:t>Anthropic </a:t>
            </a:r>
            <a:r>
              <a:rPr lang="ja-JP" altLang="en-US" sz="2800" dirty="0"/>
              <a:t>が開発</a:t>
            </a:r>
            <a:endParaRPr lang="en-US" altLang="ja-JP" sz="2800" dirty="0"/>
          </a:p>
          <a:p>
            <a:pPr lvl="1"/>
            <a:r>
              <a:rPr lang="ja-JP" altLang="en-US" sz="2800" dirty="0"/>
              <a:t>オープンソース</a:t>
            </a:r>
            <a:endParaRPr lang="en-US" altLang="ja-JP" sz="2800" dirty="0"/>
          </a:p>
          <a:p>
            <a:pPr lvl="1"/>
            <a:r>
              <a:rPr lang="en-US" altLang="ja-JP" sz="2800" dirty="0"/>
              <a:t>LLM</a:t>
            </a:r>
            <a:r>
              <a:rPr lang="ja-JP" altLang="en-US" sz="2800" dirty="0"/>
              <a:t> （大規模言語モデル） に</a:t>
            </a:r>
            <a:br>
              <a:rPr lang="en-US" altLang="ja-JP" sz="2800" dirty="0"/>
            </a:br>
            <a:r>
              <a:rPr lang="ja-JP" altLang="en-US" sz="2800" dirty="0"/>
              <a:t>コンテキストを提供する方法の標準化</a:t>
            </a:r>
            <a:endParaRPr lang="en-US" altLang="ja-JP" sz="2800" dirty="0"/>
          </a:p>
          <a:p>
            <a:pPr lvl="2"/>
            <a:r>
              <a:rPr lang="ja-JP" altLang="en-US" dirty="0"/>
              <a:t>「</a:t>
            </a:r>
            <a:r>
              <a:rPr lang="en-US" altLang="ja-JP" dirty="0"/>
              <a:t>AI</a:t>
            </a:r>
            <a:r>
              <a:rPr lang="ja-JP" altLang="en-US" dirty="0"/>
              <a:t>のための</a:t>
            </a:r>
            <a:r>
              <a:rPr lang="en-US" altLang="ja-JP" dirty="0"/>
              <a:t>USB-C</a:t>
            </a:r>
            <a:r>
              <a:rPr lang="ja-JP" altLang="en-US" dirty="0"/>
              <a:t>」</a:t>
            </a:r>
            <a:endParaRPr lang="en-US" altLang="ja-JP" dirty="0"/>
          </a:p>
          <a:p>
            <a:pPr lvl="1"/>
            <a:endParaRPr lang="en-US" altLang="ja-JP" dirty="0"/>
          </a:p>
          <a:p>
            <a:pPr marL="342900" lvl="1" indent="0">
              <a:buNone/>
            </a:pPr>
            <a:r>
              <a:rPr lang="en-US" altLang="ja-JP" sz="1800" dirty="0"/>
              <a:t>【</a:t>
            </a:r>
            <a:r>
              <a:rPr lang="ja-JP" altLang="en-US" sz="1800" dirty="0"/>
              <a:t>参考</a:t>
            </a:r>
            <a:r>
              <a:rPr lang="en-US" altLang="ja-JP" sz="1800" dirty="0"/>
              <a:t>】</a:t>
            </a:r>
            <a:r>
              <a:rPr lang="ja-JP" altLang="en-US" sz="1800" dirty="0"/>
              <a:t> </a:t>
            </a:r>
            <a:r>
              <a:rPr lang="en-US" altLang="ja-JP" sz="1800" dirty="0">
                <a:hlinkClick r:id="rId2"/>
              </a:rPr>
              <a:t>Introduction - Model Context Protocol</a:t>
            </a:r>
            <a:endParaRPr lang="en-US" altLang="ja-JP" sz="1800" dirty="0"/>
          </a:p>
          <a:p>
            <a:endParaRPr lang="ja-JP" altLang="en-US" dirty="0"/>
          </a:p>
        </p:txBody>
      </p:sp>
      <p:sp>
        <p:nvSpPr>
          <p:cNvPr id="3" name="タイトル 2">
            <a:extLst>
              <a:ext uri="{FF2B5EF4-FFF2-40B4-BE49-F238E27FC236}">
                <a16:creationId xmlns:a16="http://schemas.microsoft.com/office/drawing/2014/main" id="{DDE8E81D-B62D-23D3-7B33-3DB61CF97DC6}"/>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6E4AA43B-BF0E-80EC-78D7-7F860B0C5FFA}"/>
              </a:ext>
            </a:extLst>
          </p:cNvPr>
          <p:cNvSpPr>
            <a:spLocks noGrp="1"/>
          </p:cNvSpPr>
          <p:nvPr>
            <p:ph type="sldNum" sz="quarter" idx="11"/>
          </p:nvPr>
        </p:nvSpPr>
        <p:spPr/>
        <p:txBody>
          <a:bodyPr/>
          <a:lstStyle/>
          <a:p>
            <a:fld id="{B01966AA-40F2-4759-97C9-DDA0BED365A6}" type="slidenum">
              <a:rPr kumimoji="1" lang="ja-JP" altLang="en-US" smtClean="0"/>
              <a:pPr/>
              <a:t>19</a:t>
            </a:fld>
            <a:endParaRPr kumimoji="1" lang="ja-JP" altLang="en-US"/>
          </a:p>
        </p:txBody>
      </p:sp>
      <p:pic>
        <p:nvPicPr>
          <p:cNvPr id="3074" name="Picture 2">
            <a:extLst>
              <a:ext uri="{FF2B5EF4-FFF2-40B4-BE49-F238E27FC236}">
                <a16:creationId xmlns:a16="http://schemas.microsoft.com/office/drawing/2014/main" id="{741F0010-979B-0992-50B0-7E2FC654D964}"/>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6794463" y="3557239"/>
            <a:ext cx="5304880" cy="29839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374840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B2A84342-170C-DD3C-4C22-2A71967649F8}"/>
              </a:ext>
            </a:extLst>
          </p:cNvPr>
          <p:cNvSpPr>
            <a:spLocks noGrp="1"/>
          </p:cNvSpPr>
          <p:nvPr>
            <p:ph type="title"/>
          </p:nvPr>
        </p:nvSpPr>
        <p:spPr>
          <a:xfrm>
            <a:off x="5536733" y="609600"/>
            <a:ext cx="6244529" cy="1320800"/>
          </a:xfrm>
        </p:spPr>
        <p:txBody>
          <a:bodyPr vert="horz" lIns="91440" tIns="45720" rIns="91440" bIns="45720" rtlCol="0" anchor="t">
            <a:normAutofit/>
          </a:bodyPr>
          <a:lstStyle/>
          <a:p>
            <a:pPr defTabSz="457200"/>
            <a:r>
              <a:rPr lang="en-US" altLang="ja-JP" sz="3600" dirty="0">
                <a:latin typeface="+mj-lt"/>
                <a:ea typeface="+mj-ea"/>
              </a:rPr>
              <a:t>MCP (Model</a:t>
            </a:r>
            <a:r>
              <a:rPr lang="ja-JP" altLang="en-US" sz="3600" dirty="0">
                <a:latin typeface="+mj-lt"/>
                <a:ea typeface="+mj-ea"/>
              </a:rPr>
              <a:t> </a:t>
            </a:r>
            <a:r>
              <a:rPr lang="en-US" altLang="ja-JP" sz="3600" dirty="0">
                <a:latin typeface="+mj-lt"/>
                <a:ea typeface="+mj-ea"/>
              </a:rPr>
              <a:t>Context Protocol)</a:t>
            </a:r>
            <a:endParaRPr kumimoji="1" lang="en-US" altLang="ja-JP" sz="3600" dirty="0">
              <a:latin typeface="+mj-lt"/>
              <a:ea typeface="+mj-ea"/>
            </a:endParaRPr>
          </a:p>
        </p:txBody>
      </p:sp>
      <p:sp>
        <p:nvSpPr>
          <p:cNvPr id="2" name="テキスト プレースホルダー 1">
            <a:extLst>
              <a:ext uri="{FF2B5EF4-FFF2-40B4-BE49-F238E27FC236}">
                <a16:creationId xmlns:a16="http://schemas.microsoft.com/office/drawing/2014/main" id="{F10C9E95-7808-30A6-54D8-7326D20A1A5A}"/>
              </a:ext>
            </a:extLst>
          </p:cNvPr>
          <p:cNvSpPr>
            <a:spLocks noGrp="1"/>
          </p:cNvSpPr>
          <p:nvPr>
            <p:ph type="body" sz="quarter" idx="10"/>
          </p:nvPr>
        </p:nvSpPr>
        <p:spPr>
          <a:xfrm>
            <a:off x="5046314" y="1320257"/>
            <a:ext cx="6972911" cy="5422832"/>
          </a:xfrm>
        </p:spPr>
        <p:txBody>
          <a:bodyPr vert="horz" lIns="91440" tIns="45720" rIns="91440" bIns="45720" rtlCol="0">
            <a:normAutofit/>
          </a:bodyPr>
          <a:lstStyle/>
          <a:p>
            <a:pPr defTabSz="457200">
              <a:lnSpc>
                <a:spcPct val="140000"/>
              </a:lnSpc>
              <a:spcBef>
                <a:spcPts val="1000"/>
              </a:spcBef>
            </a:pPr>
            <a:r>
              <a:rPr lang="ja-JP" altLang="en-US" sz="2800" b="1" dirty="0">
                <a:solidFill>
                  <a:schemeClr val="tx1">
                    <a:lumMod val="75000"/>
                    <a:lumOff val="25000"/>
                  </a:schemeClr>
                </a:solidFill>
              </a:rPr>
              <a:t>参考サイト</a:t>
            </a:r>
            <a:endParaRPr lang="en-US" altLang="ja-JP" sz="2800" b="1" dirty="0">
              <a:solidFill>
                <a:schemeClr val="tx1">
                  <a:lumMod val="75000"/>
                  <a:lumOff val="25000"/>
                </a:schemeClr>
              </a:solidFill>
            </a:endParaRPr>
          </a:p>
          <a:p>
            <a:pPr lvl="1" defTabSz="457200">
              <a:lnSpc>
                <a:spcPct val="140000"/>
              </a:lnSpc>
              <a:spcBef>
                <a:spcPts val="1000"/>
              </a:spcBef>
            </a:pPr>
            <a:r>
              <a:rPr lang="en-US" altLang="ja-JP" sz="2000" dirty="0">
                <a:solidFill>
                  <a:schemeClr val="tx1">
                    <a:lumMod val="75000"/>
                    <a:lumOff val="25000"/>
                  </a:schemeClr>
                </a:solidFill>
                <a:hlinkClick r:id="rId2"/>
              </a:rPr>
              <a:t>Introduction - Model Context Protocol</a:t>
            </a:r>
            <a:endParaRPr lang="en-US" altLang="ja-JP" sz="2000" dirty="0">
              <a:solidFill>
                <a:schemeClr val="tx1">
                  <a:lumMod val="75000"/>
                  <a:lumOff val="25000"/>
                </a:schemeClr>
              </a:solidFill>
            </a:endParaRPr>
          </a:p>
          <a:p>
            <a:pPr lvl="1" defTabSz="457200">
              <a:lnSpc>
                <a:spcPct val="140000"/>
              </a:lnSpc>
              <a:spcBef>
                <a:spcPts val="1000"/>
              </a:spcBef>
            </a:pPr>
            <a:r>
              <a:rPr lang="en-US" altLang="ja-JP" sz="2000" dirty="0">
                <a:solidFill>
                  <a:schemeClr val="tx1">
                    <a:lumMod val="75000"/>
                    <a:lumOff val="25000"/>
                  </a:schemeClr>
                </a:solidFill>
                <a:hlinkClick r:id="rId3"/>
              </a:rPr>
              <a:t>Model Context Protocol | GitHub</a:t>
            </a:r>
            <a:endParaRPr lang="en-US" altLang="ja-JP" sz="2000" dirty="0">
              <a:solidFill>
                <a:schemeClr val="tx1">
                  <a:lumMod val="75000"/>
                  <a:lumOff val="25000"/>
                </a:schemeClr>
              </a:solidFill>
            </a:endParaRPr>
          </a:p>
          <a:p>
            <a:pPr lvl="2" defTabSz="457200">
              <a:lnSpc>
                <a:spcPct val="140000"/>
              </a:lnSpc>
              <a:spcBef>
                <a:spcPts val="1000"/>
              </a:spcBef>
            </a:pPr>
            <a:r>
              <a:rPr lang="en-US" altLang="ja-JP" sz="2000" dirty="0" err="1">
                <a:solidFill>
                  <a:schemeClr val="tx1">
                    <a:lumMod val="75000"/>
                    <a:lumOff val="25000"/>
                  </a:schemeClr>
                </a:solidFill>
                <a:hlinkClick r:id="rId4"/>
              </a:rPr>
              <a:t>modelcontextprotocol</a:t>
            </a:r>
            <a:r>
              <a:rPr lang="en-US" altLang="ja-JP" sz="2000" dirty="0">
                <a:solidFill>
                  <a:schemeClr val="tx1">
                    <a:lumMod val="75000"/>
                    <a:lumOff val="25000"/>
                  </a:schemeClr>
                </a:solidFill>
                <a:hlinkClick r:id="rId4"/>
              </a:rPr>
              <a:t>/servers: Model Context Protocol Servers | GitHub</a:t>
            </a:r>
            <a:endParaRPr lang="en-US" altLang="ja-JP" sz="2000" dirty="0">
              <a:solidFill>
                <a:schemeClr val="tx1">
                  <a:lumMod val="75000"/>
                  <a:lumOff val="25000"/>
                </a:schemeClr>
              </a:solidFill>
            </a:endParaRPr>
          </a:p>
          <a:p>
            <a:pPr lvl="1" defTabSz="457200">
              <a:lnSpc>
                <a:spcPct val="140000"/>
              </a:lnSpc>
              <a:spcBef>
                <a:spcPts val="1000"/>
              </a:spcBef>
            </a:pPr>
            <a:r>
              <a:rPr lang="en-US" altLang="ja-JP" sz="2000" dirty="0">
                <a:solidFill>
                  <a:schemeClr val="tx1">
                    <a:lumMod val="75000"/>
                    <a:lumOff val="25000"/>
                  </a:schemeClr>
                </a:solidFill>
                <a:hlinkClick r:id="rId5"/>
              </a:rPr>
              <a:t>Official Microsoft MCP (Model Context Protocol) server</a:t>
            </a:r>
            <a:endParaRPr kumimoji="1" lang="en-US" altLang="ja-JP" sz="1600" dirty="0">
              <a:solidFill>
                <a:schemeClr val="tx1">
                  <a:lumMod val="75000"/>
                  <a:lumOff val="25000"/>
                </a:schemeClr>
              </a:solidFill>
            </a:endParaRPr>
          </a:p>
        </p:txBody>
      </p:sp>
      <p:pic>
        <p:nvPicPr>
          <p:cNvPr id="9" name="図 8" descr="ロゴ&#10;&#10;AI 生成コンテンツは誤りを含む可能性があります。">
            <a:extLst>
              <a:ext uri="{FF2B5EF4-FFF2-40B4-BE49-F238E27FC236}">
                <a16:creationId xmlns:a16="http://schemas.microsoft.com/office/drawing/2014/main" id="{1B0D8877-D680-F9A7-3467-4527DA38F542}"/>
              </a:ext>
            </a:extLst>
          </p:cNvPr>
          <p:cNvPicPr>
            <a:picLocks noChangeAspect="1"/>
          </p:cNvPicPr>
          <p:nvPr/>
        </p:nvPicPr>
        <p:blipFill>
          <a:blip r:embed="rId6" cstate="print">
            <a:extLst>
              <a:ext uri="{28A0092B-C50C-407E-A947-70E740481C1C}">
                <a14:useLocalDpi xmlns:a14="http://schemas.microsoft.com/office/drawing/2010/main"/>
              </a:ext>
            </a:extLst>
          </a:blip>
          <a:srcRect/>
          <a:stretch>
            <a:fillRect/>
          </a:stretch>
        </p:blipFill>
        <p:spPr>
          <a:xfrm>
            <a:off x="20" y="-1"/>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4" name="スライド番号プレースホルダー 3">
            <a:extLst>
              <a:ext uri="{FF2B5EF4-FFF2-40B4-BE49-F238E27FC236}">
                <a16:creationId xmlns:a16="http://schemas.microsoft.com/office/drawing/2014/main" id="{1C0EE91B-EED4-9364-DF19-0FF4A0CEFDFB}"/>
              </a:ext>
            </a:extLst>
          </p:cNvPr>
          <p:cNvSpPr>
            <a:spLocks noGrp="1"/>
          </p:cNvSpPr>
          <p:nvPr>
            <p:ph type="sldNum" sz="quarter" idx="11"/>
          </p:nvPr>
        </p:nvSpPr>
        <p:spPr>
          <a:xfrm>
            <a:off x="11730726" y="6586615"/>
            <a:ext cx="409897" cy="254272"/>
          </a:xfrm>
        </p:spPr>
        <p:txBody>
          <a:bodyPr vert="horz" lIns="91440" tIns="45720" rIns="91440" bIns="45720" rtlCol="0" anchor="ctr">
            <a:normAutofit fontScale="92500" lnSpcReduction="10000"/>
          </a:bodyPr>
          <a:lstStyle/>
          <a:p>
            <a:pPr defTabSz="914400">
              <a:spcAft>
                <a:spcPts val="600"/>
              </a:spcAft>
            </a:pPr>
            <a:fld id="{B01966AA-40F2-4759-97C9-DDA0BED365A6}" type="slidenum">
              <a:rPr kumimoji="1" lang="en-US" altLang="ja-JP" sz="1200" smtClean="0">
                <a:solidFill>
                  <a:schemeClr val="bg1"/>
                </a:solidFill>
              </a:rPr>
              <a:pPr defTabSz="914400">
                <a:spcAft>
                  <a:spcPts val="600"/>
                </a:spcAft>
              </a:pPr>
              <a:t>20</a:t>
            </a:fld>
            <a:endParaRPr kumimoji="1" lang="en-US" altLang="ja-JP" dirty="0">
              <a:solidFill>
                <a:schemeClr val="bg1"/>
              </a:solidFill>
            </a:endParaRPr>
          </a:p>
        </p:txBody>
      </p:sp>
    </p:spTree>
    <p:extLst>
      <p:ext uri="{BB962C8B-B14F-4D97-AF65-F5344CB8AC3E}">
        <p14:creationId xmlns:p14="http://schemas.microsoft.com/office/powerpoint/2010/main" val="232876943"/>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DBF1F-8D1C-C861-6597-D65CE411EEF6}"/>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3004B11-526D-D8C2-37F0-DF7B3F593A03}"/>
              </a:ext>
            </a:extLst>
          </p:cNvPr>
          <p:cNvSpPr>
            <a:spLocks noGrp="1"/>
          </p:cNvSpPr>
          <p:nvPr>
            <p:ph type="body" sz="quarter" idx="10"/>
          </p:nvPr>
        </p:nvSpPr>
        <p:spPr>
          <a:xfrm>
            <a:off x="269239" y="1189177"/>
            <a:ext cx="11653523" cy="5585189"/>
          </a:xfrm>
        </p:spPr>
        <p:txBody>
          <a:bodyPr vert="horz" lIns="91440" tIns="45720" rIns="91440" bIns="45720" rtlCol="0">
            <a:noAutofit/>
          </a:bodyPr>
          <a:lstStyle/>
          <a:p>
            <a:pPr defTabSz="457200">
              <a:lnSpc>
                <a:spcPct val="140000"/>
              </a:lnSpc>
              <a:spcBef>
                <a:spcPts val="1000"/>
              </a:spcBef>
            </a:pPr>
            <a:r>
              <a:rPr lang="ja-JP" altLang="en-US" sz="3200" dirty="0">
                <a:solidFill>
                  <a:schemeClr val="tx1">
                    <a:lumMod val="75000"/>
                    <a:lumOff val="25000"/>
                  </a:schemeClr>
                </a:solidFill>
              </a:rPr>
              <a:t>多プログラミング言語対応</a:t>
            </a:r>
            <a:r>
              <a:rPr lang="en-US" altLang="ja-JP" sz="3200" dirty="0">
                <a:solidFill>
                  <a:schemeClr val="tx1">
                    <a:lumMod val="75000"/>
                    <a:lumOff val="25000"/>
                  </a:schemeClr>
                </a:solidFill>
              </a:rPr>
              <a:t>SDK</a:t>
            </a:r>
          </a:p>
          <a:p>
            <a:pPr lvl="1" defTabSz="457200">
              <a:lnSpc>
                <a:spcPct val="140000"/>
              </a:lnSpc>
              <a:spcBef>
                <a:spcPts val="1000"/>
              </a:spcBef>
            </a:pPr>
            <a:r>
              <a:rPr lang="en-US" altLang="ja-JP" sz="2400" dirty="0">
                <a:solidFill>
                  <a:schemeClr val="tx1">
                    <a:lumMod val="75000"/>
                    <a:lumOff val="25000"/>
                  </a:schemeClr>
                </a:solidFill>
              </a:rPr>
              <a:t>Python, TypeScript, Java, Kotlin, C#, Swift</a:t>
            </a:r>
          </a:p>
          <a:p>
            <a:pPr defTabSz="457200">
              <a:lnSpc>
                <a:spcPct val="140000"/>
              </a:lnSpc>
              <a:spcBef>
                <a:spcPts val="1000"/>
              </a:spcBef>
            </a:pPr>
            <a:r>
              <a:rPr lang="ja-JP" altLang="en-US" sz="3200" dirty="0">
                <a:solidFill>
                  <a:schemeClr val="tx1">
                    <a:lumMod val="75000"/>
                    <a:lumOff val="25000"/>
                  </a:schemeClr>
                </a:solidFill>
              </a:rPr>
              <a:t>多数の </a:t>
            </a:r>
            <a:r>
              <a:rPr lang="en-US" altLang="ja-JP" sz="3200" dirty="0">
                <a:solidFill>
                  <a:schemeClr val="tx1">
                    <a:lumMod val="75000"/>
                    <a:lumOff val="25000"/>
                  </a:schemeClr>
                </a:solidFill>
              </a:rPr>
              <a:t>MCP </a:t>
            </a:r>
            <a:r>
              <a:rPr lang="ja-JP" altLang="en-US" sz="3200" dirty="0">
                <a:solidFill>
                  <a:schemeClr val="tx1">
                    <a:lumMod val="75000"/>
                    <a:lumOff val="25000"/>
                  </a:schemeClr>
                </a:solidFill>
              </a:rPr>
              <a:t>サーバー</a:t>
            </a:r>
            <a:endParaRPr lang="en-US" altLang="ja-JP" sz="3200" dirty="0">
              <a:solidFill>
                <a:schemeClr val="tx1">
                  <a:lumMod val="75000"/>
                  <a:lumOff val="25000"/>
                </a:schemeClr>
              </a:solidFill>
            </a:endParaRPr>
          </a:p>
          <a:p>
            <a:pPr lvl="1" defTabSz="457200">
              <a:lnSpc>
                <a:spcPct val="140000"/>
              </a:lnSpc>
              <a:spcBef>
                <a:spcPts val="1000"/>
              </a:spcBef>
            </a:pPr>
            <a:r>
              <a:rPr lang="en-US" altLang="ja-JP" sz="2400" dirty="0">
                <a:solidFill>
                  <a:schemeClr val="tx1">
                    <a:lumMod val="75000"/>
                    <a:lumOff val="25000"/>
                  </a:schemeClr>
                </a:solidFill>
                <a:hlinkClick r:id="rId2"/>
              </a:rPr>
              <a:t>Model Context Protocol | GitHub</a:t>
            </a:r>
            <a:endParaRPr lang="en-US" altLang="ja-JP" sz="2400" dirty="0">
              <a:solidFill>
                <a:schemeClr val="tx1">
                  <a:lumMod val="75000"/>
                  <a:lumOff val="25000"/>
                </a:schemeClr>
              </a:solidFill>
            </a:endParaRPr>
          </a:p>
          <a:p>
            <a:pPr lvl="2" defTabSz="457200">
              <a:lnSpc>
                <a:spcPct val="140000"/>
              </a:lnSpc>
              <a:spcBef>
                <a:spcPts val="1000"/>
              </a:spcBef>
            </a:pPr>
            <a:r>
              <a:rPr lang="en-US" altLang="ja-JP" sz="2400" dirty="0" err="1">
                <a:solidFill>
                  <a:schemeClr val="tx1">
                    <a:lumMod val="75000"/>
                    <a:lumOff val="25000"/>
                  </a:schemeClr>
                </a:solidFill>
                <a:hlinkClick r:id="rId3"/>
              </a:rPr>
              <a:t>modelcontextprotocol</a:t>
            </a:r>
            <a:r>
              <a:rPr lang="en-US" altLang="ja-JP" sz="2400" dirty="0">
                <a:solidFill>
                  <a:schemeClr val="tx1">
                    <a:lumMod val="75000"/>
                    <a:lumOff val="25000"/>
                  </a:schemeClr>
                </a:solidFill>
                <a:hlinkClick r:id="rId3"/>
              </a:rPr>
              <a:t>/servers: Model Context Protocol Servers | GitHub</a:t>
            </a:r>
            <a:endParaRPr lang="en-US" altLang="ja-JP" sz="2400" dirty="0">
              <a:solidFill>
                <a:schemeClr val="tx1">
                  <a:lumMod val="75000"/>
                  <a:lumOff val="25000"/>
                </a:schemeClr>
              </a:solidFill>
            </a:endParaRPr>
          </a:p>
          <a:p>
            <a:pPr lvl="1" defTabSz="457200">
              <a:lnSpc>
                <a:spcPct val="140000"/>
              </a:lnSpc>
              <a:spcBef>
                <a:spcPts val="1000"/>
              </a:spcBef>
            </a:pPr>
            <a:r>
              <a:rPr lang="en-US" altLang="ja-JP" sz="2400" dirty="0">
                <a:solidFill>
                  <a:schemeClr val="tx1">
                    <a:lumMod val="75000"/>
                    <a:lumOff val="25000"/>
                  </a:schemeClr>
                </a:solidFill>
                <a:hlinkClick r:id="rId4"/>
              </a:rPr>
              <a:t>Official Microsoft MCP (Model Context Protocol) server</a:t>
            </a:r>
            <a:endParaRPr lang="en-US" altLang="ja-JP" sz="2400" dirty="0">
              <a:solidFill>
                <a:schemeClr val="tx1">
                  <a:lumMod val="75000"/>
                  <a:lumOff val="25000"/>
                </a:schemeClr>
              </a:solidFill>
            </a:endParaRPr>
          </a:p>
        </p:txBody>
      </p:sp>
      <p:sp>
        <p:nvSpPr>
          <p:cNvPr id="3" name="タイトル 2">
            <a:extLst>
              <a:ext uri="{FF2B5EF4-FFF2-40B4-BE49-F238E27FC236}">
                <a16:creationId xmlns:a16="http://schemas.microsoft.com/office/drawing/2014/main" id="{486D4D38-36E3-2E91-BF91-01570861087B}"/>
              </a:ext>
            </a:extLst>
          </p:cNvPr>
          <p:cNvSpPr>
            <a:spLocks noGrp="1"/>
          </p:cNvSpPr>
          <p:nvPr>
            <p:ph type="title"/>
          </p:nvPr>
        </p:nvSpPr>
        <p:spPr/>
        <p:txBody>
          <a:bodyPr vert="horz" lIns="91440" tIns="45720" rIns="91440" bIns="45720" rtlCol="0" anchor="t">
            <a:normAutofit/>
          </a:bodyPr>
          <a:lstStyle/>
          <a:p>
            <a:pPr defTabSz="457200"/>
            <a:r>
              <a:rPr lang="en-US" altLang="ja-JP" sz="2800" dirty="0"/>
              <a:t>MCP (Model Context Protocol)</a:t>
            </a:r>
            <a:endParaRPr kumimoji="1" lang="en-US" altLang="ja-JP" sz="2800" dirty="0"/>
          </a:p>
        </p:txBody>
      </p:sp>
      <p:sp>
        <p:nvSpPr>
          <p:cNvPr id="4" name="スライド番号プレースホルダー 3">
            <a:extLst>
              <a:ext uri="{FF2B5EF4-FFF2-40B4-BE49-F238E27FC236}">
                <a16:creationId xmlns:a16="http://schemas.microsoft.com/office/drawing/2014/main" id="{A2DAC8D1-2804-F4EE-1F69-70941E848D99}"/>
              </a:ext>
            </a:extLst>
          </p:cNvPr>
          <p:cNvSpPr>
            <a:spLocks noGrp="1"/>
          </p:cNvSpPr>
          <p:nvPr>
            <p:ph type="sldNum" sz="quarter" idx="11"/>
          </p:nvPr>
        </p:nvSpPr>
        <p:spPr/>
        <p:txBody>
          <a:bodyPr vert="horz" lIns="91440" tIns="45720" rIns="91440" bIns="45720" rtlCol="0" anchor="ctr">
            <a:normAutofit/>
          </a:bodyPr>
          <a:lstStyle/>
          <a:p>
            <a:pPr defTabSz="914400">
              <a:spcAft>
                <a:spcPts val="600"/>
              </a:spcAft>
            </a:pPr>
            <a:fld id="{B01966AA-40F2-4759-97C9-DDA0BED365A6}" type="slidenum">
              <a:rPr kumimoji="1" lang="en-US" altLang="ja-JP" sz="900" smtClean="0">
                <a:solidFill>
                  <a:schemeClr val="accent1"/>
                </a:solidFill>
                <a:latin typeface="+mn-lt"/>
                <a:ea typeface="+mn-ea"/>
              </a:rPr>
              <a:pPr defTabSz="914400">
                <a:spcAft>
                  <a:spcPts val="600"/>
                </a:spcAft>
              </a:pPr>
              <a:t>21</a:t>
            </a:fld>
            <a:endParaRPr kumimoji="1" lang="en-US" altLang="ja-JP" sz="900">
              <a:solidFill>
                <a:schemeClr val="accent1"/>
              </a:solidFill>
              <a:latin typeface="+mn-lt"/>
              <a:ea typeface="+mn-ea"/>
            </a:endParaRPr>
          </a:p>
        </p:txBody>
      </p:sp>
      <p:pic>
        <p:nvPicPr>
          <p:cNvPr id="6" name="図 5" descr="ロゴ&#10;&#10;AI 生成コンテンツは誤りを含む可能性があります。">
            <a:extLst>
              <a:ext uri="{FF2B5EF4-FFF2-40B4-BE49-F238E27FC236}">
                <a16:creationId xmlns:a16="http://schemas.microsoft.com/office/drawing/2014/main" id="{DB1489CC-9366-8FFC-1273-783280EA6113}"/>
              </a:ext>
            </a:extLst>
          </p:cNvPr>
          <p:cNvPicPr>
            <a:picLocks noChangeAspect="1"/>
          </p:cNvPicPr>
          <p:nvPr/>
        </p:nvPicPr>
        <p:blipFill>
          <a:blip r:embed="rId5" cstate="print">
            <a:extLst>
              <a:ext uri="{28A0092B-C50C-407E-A947-70E740481C1C}">
                <a14:useLocalDpi xmlns:a14="http://schemas.microsoft.com/office/drawing/2010/main"/>
              </a:ext>
            </a:extLst>
          </a:blip>
          <a:srcRect/>
          <a:stretch>
            <a:fillRect/>
          </a:stretch>
        </p:blipFill>
        <p:spPr>
          <a:xfrm>
            <a:off x="10086278" y="1189177"/>
            <a:ext cx="2102546" cy="2595057"/>
          </a:xfrm>
          <a:prstGeom prst="rect">
            <a:avLst/>
          </a:prstGeom>
        </p:spPr>
      </p:pic>
    </p:spTree>
    <p:extLst>
      <p:ext uri="{BB962C8B-B14F-4D97-AF65-F5344CB8AC3E}">
        <p14:creationId xmlns:p14="http://schemas.microsoft.com/office/powerpoint/2010/main" val="169494100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30A8552-CAE9-75BD-A2FA-5316CD6B6C6B}"/>
              </a:ext>
            </a:extLst>
          </p:cNvPr>
          <p:cNvSpPr>
            <a:spLocks noGrp="1"/>
          </p:cNvSpPr>
          <p:nvPr>
            <p:ph type="body" sz="quarter" idx="10"/>
          </p:nvPr>
        </p:nvSpPr>
        <p:spPr>
          <a:xfrm>
            <a:off x="269239" y="1189177"/>
            <a:ext cx="11653523" cy="3866571"/>
          </a:xfrm>
        </p:spPr>
        <p:txBody>
          <a:bodyPr/>
          <a:lstStyle/>
          <a:p>
            <a:r>
              <a:rPr lang="ja-JP" altLang="en-US" dirty="0"/>
              <a:t>データ フォーマット</a:t>
            </a:r>
            <a:r>
              <a:rPr lang="en-US" altLang="ja-JP" dirty="0"/>
              <a:t>: </a:t>
            </a:r>
            <a:r>
              <a:rPr lang="en-US" altLang="ja-JP" dirty="0">
                <a:hlinkClick r:id="rId2"/>
              </a:rPr>
              <a:t>JSON-RPC2.0</a:t>
            </a:r>
            <a:endParaRPr lang="en-US" altLang="ja-JP" dirty="0"/>
          </a:p>
          <a:p>
            <a:r>
              <a:rPr lang="ja-JP" altLang="en-US" dirty="0"/>
              <a:t>提供する機能</a:t>
            </a:r>
            <a:r>
              <a:rPr lang="en-US" altLang="ja-JP" dirty="0"/>
              <a:t>: </a:t>
            </a:r>
            <a:r>
              <a:rPr lang="ja-JP" altLang="en-US" dirty="0"/>
              <a:t>「ツール」「リソース」「プロンプト」</a:t>
            </a:r>
            <a:endParaRPr lang="en-US" altLang="ja-JP" dirty="0"/>
          </a:p>
          <a:p>
            <a:r>
              <a:rPr lang="ja-JP" altLang="en-US" dirty="0"/>
              <a:t>種類</a:t>
            </a:r>
            <a:r>
              <a:rPr lang="en-US" altLang="ja-JP" dirty="0"/>
              <a:t>: </a:t>
            </a:r>
          </a:p>
          <a:p>
            <a:endParaRPr kumimoji="1" lang="ja-JP" altLang="en-US" dirty="0"/>
          </a:p>
        </p:txBody>
      </p:sp>
      <p:sp>
        <p:nvSpPr>
          <p:cNvPr id="3" name="タイトル 2">
            <a:extLst>
              <a:ext uri="{FF2B5EF4-FFF2-40B4-BE49-F238E27FC236}">
                <a16:creationId xmlns:a16="http://schemas.microsoft.com/office/drawing/2014/main" id="{68FBF9C3-5CF8-F0FB-1904-CE0719A9AFCD}"/>
              </a:ext>
            </a:extLst>
          </p:cNvPr>
          <p:cNvSpPr>
            <a:spLocks noGrp="1"/>
          </p:cNvSpPr>
          <p:nvPr>
            <p:ph type="title"/>
          </p:nvPr>
        </p:nvSpPr>
        <p:spPr/>
        <p:txBody>
          <a:bodyPr/>
          <a:lstStyle/>
          <a:p>
            <a:r>
              <a:rPr lang="en-US" altLang="ja-JP" dirty="0"/>
              <a:t>MCP Server</a:t>
            </a:r>
            <a:endParaRPr kumimoji="1" lang="ja-JP" altLang="en-US" dirty="0"/>
          </a:p>
        </p:txBody>
      </p:sp>
      <p:sp>
        <p:nvSpPr>
          <p:cNvPr id="4" name="スライド番号プレースホルダー 3">
            <a:extLst>
              <a:ext uri="{FF2B5EF4-FFF2-40B4-BE49-F238E27FC236}">
                <a16:creationId xmlns:a16="http://schemas.microsoft.com/office/drawing/2014/main" id="{926DAA58-B8C4-DBAD-D922-E61F239B0640}"/>
              </a:ext>
            </a:extLst>
          </p:cNvPr>
          <p:cNvSpPr>
            <a:spLocks noGrp="1"/>
          </p:cNvSpPr>
          <p:nvPr>
            <p:ph type="sldNum" sz="quarter" idx="11"/>
          </p:nvPr>
        </p:nvSpPr>
        <p:spPr/>
        <p:txBody>
          <a:bodyPr/>
          <a:lstStyle/>
          <a:p>
            <a:fld id="{B01966AA-40F2-4759-97C9-DDA0BED365A6}" type="slidenum">
              <a:rPr kumimoji="1" lang="ja-JP" altLang="en-US" smtClean="0"/>
              <a:pPr/>
              <a:t>22</a:t>
            </a:fld>
            <a:endParaRPr kumimoji="1" lang="ja-JP" altLang="en-US" dirty="0"/>
          </a:p>
        </p:txBody>
      </p:sp>
      <p:graphicFrame>
        <p:nvGraphicFramePr>
          <p:cNvPr id="5" name="表 4">
            <a:extLst>
              <a:ext uri="{FF2B5EF4-FFF2-40B4-BE49-F238E27FC236}">
                <a16:creationId xmlns:a16="http://schemas.microsoft.com/office/drawing/2014/main" id="{18B29549-8F99-62F5-7560-14B0979EC99F}"/>
              </a:ext>
            </a:extLst>
          </p:cNvPr>
          <p:cNvGraphicFramePr>
            <a:graphicFrameLocks noGrp="1"/>
          </p:cNvGraphicFramePr>
          <p:nvPr/>
        </p:nvGraphicFramePr>
        <p:xfrm>
          <a:off x="772738" y="4204550"/>
          <a:ext cx="11265991" cy="1371600"/>
        </p:xfrm>
        <a:graphic>
          <a:graphicData uri="http://schemas.openxmlformats.org/drawingml/2006/table">
            <a:tbl>
              <a:tblPr firstRow="1" bandRow="1">
                <a:tableStyleId>{69CF1AB2-1976-4502-BF36-3FF5EA218861}</a:tableStyleId>
              </a:tblPr>
              <a:tblGrid>
                <a:gridCol w="3135669">
                  <a:extLst>
                    <a:ext uri="{9D8B030D-6E8A-4147-A177-3AD203B41FA5}">
                      <a16:colId xmlns:a16="http://schemas.microsoft.com/office/drawing/2014/main" val="1134589761"/>
                    </a:ext>
                  </a:extLst>
                </a:gridCol>
                <a:gridCol w="8130322">
                  <a:extLst>
                    <a:ext uri="{9D8B030D-6E8A-4147-A177-3AD203B41FA5}">
                      <a16:colId xmlns:a16="http://schemas.microsoft.com/office/drawing/2014/main" val="1920551486"/>
                    </a:ext>
                  </a:extLst>
                </a:gridCol>
              </a:tblGrid>
              <a:tr h="381436">
                <a:tc>
                  <a:txBody>
                    <a:bodyPr/>
                    <a:lstStyle/>
                    <a:p>
                      <a:r>
                        <a:rPr kumimoji="1" lang="ja-JP" altLang="en-US" sz="2400" dirty="0">
                          <a:latin typeface="BIZ UDPゴシック" panose="020B0400000000000000" pitchFamily="50" charset="-128"/>
                          <a:ea typeface="BIZ UDPゴシック" panose="020B0400000000000000" pitchFamily="50" charset="-128"/>
                        </a:rPr>
                        <a:t>種類</a:t>
                      </a:r>
                    </a:p>
                  </a:txBody>
                  <a:tcPr/>
                </a:tc>
                <a:tc>
                  <a:txBody>
                    <a:bodyPr/>
                    <a:lstStyle/>
                    <a:p>
                      <a:r>
                        <a:rPr kumimoji="1" lang="ja-JP" altLang="en-US" sz="2400" dirty="0">
                          <a:latin typeface="BIZ UDPゴシック" panose="020B0400000000000000" pitchFamily="50" charset="-128"/>
                          <a:ea typeface="BIZ UDPゴシック" panose="020B0400000000000000" pitchFamily="50" charset="-128"/>
                        </a:rPr>
                        <a:t>通信方法</a:t>
                      </a:r>
                    </a:p>
                  </a:txBody>
                  <a:tcPr/>
                </a:tc>
                <a:extLst>
                  <a:ext uri="{0D108BD9-81ED-4DB2-BD59-A6C34878D82A}">
                    <a16:rowId xmlns:a16="http://schemas.microsoft.com/office/drawing/2014/main" val="4256468316"/>
                  </a:ext>
                </a:extLst>
              </a:tr>
              <a:tr h="381436">
                <a:tc>
                  <a:txBody>
                    <a:bodyPr/>
                    <a:lstStyle/>
                    <a:p>
                      <a:r>
                        <a:rPr kumimoji="1" lang="ja-JP" altLang="en-US" sz="2400">
                          <a:latin typeface="BIZ UDPゴシック" panose="020B0400000000000000" pitchFamily="50" charset="-128"/>
                          <a:ea typeface="BIZ UDPゴシック" panose="020B0400000000000000" pitchFamily="50" charset="-128"/>
                        </a:rPr>
                        <a:t>コンソール プログラム</a:t>
                      </a:r>
                      <a:endParaRPr kumimoji="1" lang="ja-JP" altLang="en-US" sz="2400" dirty="0">
                        <a:latin typeface="BIZ UDPゴシック" panose="020B0400000000000000" pitchFamily="50" charset="-128"/>
                        <a:ea typeface="BIZ UDPゴシック" panose="020B0400000000000000" pitchFamily="50" charset="-128"/>
                      </a:endParaRPr>
                    </a:p>
                  </a:txBody>
                  <a:tcPr/>
                </a:tc>
                <a:tc>
                  <a:txBody>
                    <a:bodyPr/>
                    <a:lstStyle/>
                    <a:p>
                      <a:pPr marL="0" marR="0" lvl="0" indent="0" algn="l" defTabSz="342900" rtl="0" eaLnBrk="1" fontAlgn="auto" latinLnBrk="0" hangingPunct="1">
                        <a:lnSpc>
                          <a:spcPct val="100000"/>
                        </a:lnSpc>
                        <a:spcBef>
                          <a:spcPts val="0"/>
                        </a:spcBef>
                        <a:spcAft>
                          <a:spcPts val="0"/>
                        </a:spcAft>
                        <a:buClrTx/>
                        <a:buSzTx/>
                        <a:buFontTx/>
                        <a:buNone/>
                        <a:tabLst/>
                        <a:defRPr/>
                      </a:pPr>
                      <a:r>
                        <a:rPr kumimoji="1" lang="en-US" altLang="ja-JP" sz="2400" dirty="0" err="1">
                          <a:latin typeface="BIZ UDPゴシック" panose="020B0400000000000000" pitchFamily="50" charset="-128"/>
                          <a:ea typeface="BIZ UDPゴシック" panose="020B0400000000000000" pitchFamily="50" charset="-128"/>
                        </a:rPr>
                        <a:t>Stdio</a:t>
                      </a:r>
                      <a:endParaRPr kumimoji="1" lang="ja-JP" altLang="en-US" sz="2400" dirty="0">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3002424343"/>
                  </a:ext>
                </a:extLst>
              </a:tr>
              <a:tr h="381436">
                <a:tc>
                  <a:txBody>
                    <a:bodyPr/>
                    <a:lstStyle/>
                    <a:p>
                      <a:r>
                        <a:rPr kumimoji="1" lang="en-US" altLang="ja-JP" sz="2400" dirty="0">
                          <a:latin typeface="BIZ UDPゴシック" panose="020B0400000000000000" pitchFamily="50" charset="-128"/>
                          <a:ea typeface="BIZ UDPゴシック" panose="020B0400000000000000" pitchFamily="50" charset="-128"/>
                        </a:rPr>
                        <a:t>Web API</a:t>
                      </a:r>
                      <a:endParaRPr kumimoji="1" lang="ja-JP" altLang="en-US" sz="2400" dirty="0">
                        <a:latin typeface="BIZ UDPゴシック" panose="020B0400000000000000" pitchFamily="50" charset="-128"/>
                        <a:ea typeface="BIZ UDPゴシック" panose="020B0400000000000000" pitchFamily="50" charset="-128"/>
                      </a:endParaRPr>
                    </a:p>
                  </a:txBody>
                  <a:tcPr/>
                </a:tc>
                <a:tc>
                  <a:txBody>
                    <a:bodyPr/>
                    <a:lstStyle/>
                    <a:p>
                      <a:r>
                        <a:rPr kumimoji="1" lang="en-US" altLang="ja-JP" sz="2400" dirty="0">
                          <a:latin typeface="BIZ UDPゴシック" panose="020B0400000000000000" pitchFamily="50" charset="-128"/>
                          <a:ea typeface="BIZ UDPゴシック" panose="020B0400000000000000" pitchFamily="50" charset="-128"/>
                        </a:rPr>
                        <a:t>SSE (Server Sent-Events / HTTP POST)</a:t>
                      </a:r>
                      <a:endParaRPr kumimoji="1" lang="ja-JP" altLang="en-US" sz="2400" dirty="0">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2353557901"/>
                  </a:ext>
                </a:extLst>
              </a:tr>
            </a:tbl>
          </a:graphicData>
        </a:graphic>
      </p:graphicFrame>
    </p:spTree>
    <p:extLst>
      <p:ext uri="{BB962C8B-B14F-4D97-AF65-F5344CB8AC3E}">
        <p14:creationId xmlns:p14="http://schemas.microsoft.com/office/powerpoint/2010/main" val="3693777179"/>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6EF43AB-0F2E-E313-9CFE-A764167E7A11}"/>
              </a:ext>
            </a:extLst>
          </p:cNvPr>
          <p:cNvSpPr>
            <a:spLocks noGrp="1"/>
          </p:cNvSpPr>
          <p:nvPr>
            <p:ph type="body" sz="quarter" idx="10"/>
          </p:nvPr>
        </p:nvSpPr>
        <p:spPr>
          <a:xfrm>
            <a:off x="269239" y="1189177"/>
            <a:ext cx="11653523" cy="782137"/>
          </a:xfrm>
        </p:spPr>
        <p:txBody>
          <a:bodyPr/>
          <a:lstStyle/>
          <a:p>
            <a:r>
              <a:rPr lang="en-US" altLang="ja-JP" sz="3600" dirty="0"/>
              <a:t>【</a:t>
            </a:r>
            <a:r>
              <a:rPr lang="ja-JP" altLang="en-US" sz="3600" dirty="0"/>
              <a:t>参考</a:t>
            </a:r>
            <a:r>
              <a:rPr lang="en-US" altLang="ja-JP" sz="3600" dirty="0"/>
              <a:t>】</a:t>
            </a:r>
            <a:r>
              <a:rPr lang="ja-JP" altLang="en-US" sz="3600" dirty="0">
                <a:hlinkClick r:id="rId2"/>
              </a:rPr>
              <a:t> </a:t>
            </a:r>
            <a:r>
              <a:rPr lang="en-US" altLang="ja-JP" sz="3600" dirty="0">
                <a:hlinkClick r:id="rId2"/>
              </a:rPr>
              <a:t>API </a:t>
            </a:r>
            <a:r>
              <a:rPr lang="ja-JP" altLang="en-US" sz="3600" dirty="0">
                <a:hlinkClick r:id="rId2"/>
              </a:rPr>
              <a:t>の仕様から一つ一つ紐解く</a:t>
            </a:r>
            <a:r>
              <a:rPr lang="en-US" altLang="ja-JP" sz="3600" dirty="0">
                <a:hlinkClick r:id="rId2"/>
              </a:rPr>
              <a:t>MCP </a:t>
            </a:r>
            <a:r>
              <a:rPr lang="ja-JP" altLang="en-US" sz="3600" dirty="0">
                <a:hlinkClick r:id="rId2"/>
              </a:rPr>
              <a:t>入門</a:t>
            </a:r>
            <a:endParaRPr kumimoji="1" lang="ja-JP" altLang="en-US" sz="3600" dirty="0"/>
          </a:p>
        </p:txBody>
      </p:sp>
      <p:sp>
        <p:nvSpPr>
          <p:cNvPr id="3" name="タイトル 2">
            <a:extLst>
              <a:ext uri="{FF2B5EF4-FFF2-40B4-BE49-F238E27FC236}">
                <a16:creationId xmlns:a16="http://schemas.microsoft.com/office/drawing/2014/main" id="{B49837D8-3E90-31FC-1806-CA9F8964144B}"/>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BC2D4165-4E1F-6A91-5BC5-A83EED23EB4A}"/>
              </a:ext>
            </a:extLst>
          </p:cNvPr>
          <p:cNvSpPr>
            <a:spLocks noGrp="1"/>
          </p:cNvSpPr>
          <p:nvPr>
            <p:ph type="sldNum" sz="quarter" idx="11"/>
          </p:nvPr>
        </p:nvSpPr>
        <p:spPr/>
        <p:txBody>
          <a:bodyPr/>
          <a:lstStyle/>
          <a:p>
            <a:fld id="{B01966AA-40F2-4759-97C9-DDA0BED365A6}" type="slidenum">
              <a:rPr kumimoji="1" lang="ja-JP" altLang="en-US" smtClean="0"/>
              <a:pPr/>
              <a:t>23</a:t>
            </a:fld>
            <a:endParaRPr kumimoji="1" lang="ja-JP" altLang="en-US" dirty="0"/>
          </a:p>
        </p:txBody>
      </p:sp>
      <p:pic>
        <p:nvPicPr>
          <p:cNvPr id="6" name="図 5">
            <a:extLst>
              <a:ext uri="{FF2B5EF4-FFF2-40B4-BE49-F238E27FC236}">
                <a16:creationId xmlns:a16="http://schemas.microsoft.com/office/drawing/2014/main" id="{15348650-8B21-336A-F869-11B651B6620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2464795" y="2181523"/>
            <a:ext cx="7262409" cy="4549480"/>
          </a:xfrm>
          <a:prstGeom prst="rect">
            <a:avLst/>
          </a:prstGeom>
          <a:effectLst>
            <a:outerShdw blurRad="50800" dist="38100" dir="2700000" algn="tl" rotWithShape="0">
              <a:prstClr val="black">
                <a:alpha val="40000"/>
              </a:prstClr>
            </a:outerShdw>
          </a:effectLst>
        </p:spPr>
      </p:pic>
      <p:sp>
        <p:nvSpPr>
          <p:cNvPr id="7" name="吹き出し: 角を丸めた四角形 6">
            <a:extLst>
              <a:ext uri="{FF2B5EF4-FFF2-40B4-BE49-F238E27FC236}">
                <a16:creationId xmlns:a16="http://schemas.microsoft.com/office/drawing/2014/main" id="{DB82935D-EFA6-DA55-7175-3442CBD30928}"/>
              </a:ext>
            </a:extLst>
          </p:cNvPr>
          <p:cNvSpPr/>
          <p:nvPr/>
        </p:nvSpPr>
        <p:spPr>
          <a:xfrm>
            <a:off x="9476123" y="4888877"/>
            <a:ext cx="2492392" cy="1248809"/>
          </a:xfrm>
          <a:prstGeom prst="wedgeRoundRectCallout">
            <a:avLst>
              <a:gd name="adj1" fmla="val -110980"/>
              <a:gd name="adj2" fmla="val -66789"/>
              <a:gd name="adj3" fmla="val 16667"/>
            </a:avLst>
          </a:prstGeom>
          <a:effectLst>
            <a:outerShdw blurRad="50800" dist="381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rtlCol="0" anchor="ctr"/>
          <a:lstStyle/>
          <a:p>
            <a:pPr algn="ctr"/>
            <a:r>
              <a:rPr kumimoji="1" lang="ja-JP" altLang="en-US" dirty="0"/>
              <a:t>とても分かりやすいのでお勧め</a:t>
            </a:r>
            <a:r>
              <a:rPr kumimoji="1" lang="en-US" altLang="ja-JP" dirty="0"/>
              <a:t>!</a:t>
            </a:r>
            <a:endParaRPr kumimoji="1" lang="ja-JP" altLang="en-US" dirty="0"/>
          </a:p>
        </p:txBody>
      </p:sp>
    </p:spTree>
    <p:extLst>
      <p:ext uri="{BB962C8B-B14F-4D97-AF65-F5344CB8AC3E}">
        <p14:creationId xmlns:p14="http://schemas.microsoft.com/office/powerpoint/2010/main" val="152845077"/>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673AE-6F9E-D938-0C13-FA8E06C11E56}"/>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005500A-CFD5-AC5E-E01B-134C020518F0}"/>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6D0FFCA1-FB06-1777-8B96-880B753FC167}"/>
              </a:ext>
            </a:extLst>
          </p:cNvPr>
          <p:cNvSpPr>
            <a:spLocks noGrp="1"/>
          </p:cNvSpPr>
          <p:nvPr>
            <p:ph type="sldNum" sz="quarter" idx="11"/>
          </p:nvPr>
        </p:nvSpPr>
        <p:spPr/>
        <p:txBody>
          <a:bodyPr/>
          <a:lstStyle/>
          <a:p>
            <a:fld id="{B01966AA-40F2-4759-97C9-DDA0BED365A6}" type="slidenum">
              <a:rPr kumimoji="1" lang="ja-JP" altLang="en-US" smtClean="0"/>
              <a:pPr/>
              <a:t>24</a:t>
            </a:fld>
            <a:endParaRPr kumimoji="1" lang="ja-JP" altLang="en-US"/>
          </a:p>
        </p:txBody>
      </p:sp>
      <p:sp>
        <p:nvSpPr>
          <p:cNvPr id="2" name="楕円 1">
            <a:extLst>
              <a:ext uri="{FF2B5EF4-FFF2-40B4-BE49-F238E27FC236}">
                <a16:creationId xmlns:a16="http://schemas.microsoft.com/office/drawing/2014/main" id="{865C9261-355F-4595-B278-E3CF6A99B309}"/>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918424F6-5C34-8A52-FFAC-F872A324072D}"/>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28D80A90-50C9-B07C-B711-B4B57E62CAB4}"/>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77439C16-3CBF-79F0-0C2D-12D90B62657F}"/>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EBDC4924-649E-624E-22CB-C6E8AA65BF41}"/>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12" name="矢印: 右 11">
            <a:extLst>
              <a:ext uri="{FF2B5EF4-FFF2-40B4-BE49-F238E27FC236}">
                <a16:creationId xmlns:a16="http://schemas.microsoft.com/office/drawing/2014/main" id="{73523E3E-9DEC-65C1-66A3-8EA5A4C40D42}"/>
              </a:ext>
            </a:extLst>
          </p:cNvPr>
          <p:cNvSpPr/>
          <p:nvPr/>
        </p:nvSpPr>
        <p:spPr>
          <a:xfrm>
            <a:off x="6527893" y="3429000"/>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39E275A2-554F-995C-8BF2-04C3A955DC89}"/>
              </a:ext>
            </a:extLst>
          </p:cNvPr>
          <p:cNvSpPr txBox="1"/>
          <p:nvPr/>
        </p:nvSpPr>
        <p:spPr>
          <a:xfrm>
            <a:off x="6055998" y="2952898"/>
            <a:ext cx="2071401" cy="338554"/>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sz="1600" dirty="0">
                <a:latin typeface="BIZ UDPゴシック" panose="020B0400000000000000" pitchFamily="50" charset="-128"/>
                <a:ea typeface="BIZ UDPゴシック" panose="020B0400000000000000" pitchFamily="50" charset="-128"/>
              </a:rPr>
              <a:t>①</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ツール一覧の取得</a:t>
            </a:r>
          </a:p>
        </p:txBody>
      </p:sp>
      <p:sp>
        <p:nvSpPr>
          <p:cNvPr id="14" name="矢印: 右 13">
            <a:extLst>
              <a:ext uri="{FF2B5EF4-FFF2-40B4-BE49-F238E27FC236}">
                <a16:creationId xmlns:a16="http://schemas.microsoft.com/office/drawing/2014/main" id="{24469370-9DB6-A7F4-FC45-BC7014096239}"/>
              </a:ext>
            </a:extLst>
          </p:cNvPr>
          <p:cNvSpPr/>
          <p:nvPr/>
        </p:nvSpPr>
        <p:spPr>
          <a:xfrm rot="10800000">
            <a:off x="6475033" y="3803703"/>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BE1275B4-8B6F-51E5-0085-21DDA9F9CB86}"/>
              </a:ext>
            </a:extLst>
          </p:cNvPr>
          <p:cNvSpPr txBox="1"/>
          <p:nvPr/>
        </p:nvSpPr>
        <p:spPr>
          <a:xfrm>
            <a:off x="6055998" y="4077352"/>
            <a:ext cx="1481496"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②</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ツール一覧</a:t>
            </a:r>
          </a:p>
        </p:txBody>
      </p:sp>
    </p:spTree>
    <p:extLst>
      <p:ext uri="{BB962C8B-B14F-4D97-AF65-F5344CB8AC3E}">
        <p14:creationId xmlns:p14="http://schemas.microsoft.com/office/powerpoint/2010/main" val="304253259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14" grpId="0" animBg="1"/>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34550-7932-9850-8ED8-8ACC9EEC4F9B}"/>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AFBC73CA-2DBD-B662-C9D4-08E1BCB39DD6}"/>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F7027387-D398-FCCE-589E-D7341F9FEEF8}"/>
              </a:ext>
            </a:extLst>
          </p:cNvPr>
          <p:cNvSpPr>
            <a:spLocks noGrp="1"/>
          </p:cNvSpPr>
          <p:nvPr>
            <p:ph type="sldNum" sz="quarter" idx="11"/>
          </p:nvPr>
        </p:nvSpPr>
        <p:spPr/>
        <p:txBody>
          <a:bodyPr/>
          <a:lstStyle/>
          <a:p>
            <a:fld id="{B01966AA-40F2-4759-97C9-DDA0BED365A6}" type="slidenum">
              <a:rPr kumimoji="1" lang="ja-JP" altLang="en-US" smtClean="0"/>
              <a:pPr/>
              <a:t>25</a:t>
            </a:fld>
            <a:endParaRPr kumimoji="1" lang="ja-JP" altLang="en-US"/>
          </a:p>
        </p:txBody>
      </p:sp>
      <p:sp>
        <p:nvSpPr>
          <p:cNvPr id="2" name="楕円 1">
            <a:extLst>
              <a:ext uri="{FF2B5EF4-FFF2-40B4-BE49-F238E27FC236}">
                <a16:creationId xmlns:a16="http://schemas.microsoft.com/office/drawing/2014/main" id="{D0E7A325-ADDD-E87E-59F4-00C13260F02B}"/>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72319108-1EFB-CDCE-0FC7-F379D5DE9119}"/>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74A67E2F-CFD1-EB2D-80F1-29657FE58B06}"/>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6403BF90-37DC-C131-FCCD-3F63786F4F83}"/>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D03BE719-8CED-898E-6C92-6FE3BFDC9677}"/>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矢印: 右 5">
            <a:extLst>
              <a:ext uri="{FF2B5EF4-FFF2-40B4-BE49-F238E27FC236}">
                <a16:creationId xmlns:a16="http://schemas.microsoft.com/office/drawing/2014/main" id="{CEF1C288-ED58-BB19-1284-1FBA33ED12E6}"/>
              </a:ext>
            </a:extLst>
          </p:cNvPr>
          <p:cNvSpPr/>
          <p:nvPr/>
        </p:nvSpPr>
        <p:spPr>
          <a:xfrm>
            <a:off x="2349791" y="2987190"/>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EDC2DAC5-CE2D-BF23-1269-A077765C8E33}"/>
              </a:ext>
            </a:extLst>
          </p:cNvPr>
          <p:cNvSpPr txBox="1"/>
          <p:nvPr/>
        </p:nvSpPr>
        <p:spPr>
          <a:xfrm>
            <a:off x="1912190" y="2586680"/>
            <a:ext cx="1382110" cy="338554"/>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sz="1600" dirty="0"/>
              <a:t>③</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質問・指示</a:t>
            </a:r>
          </a:p>
        </p:txBody>
      </p:sp>
    </p:spTree>
    <p:extLst>
      <p:ext uri="{BB962C8B-B14F-4D97-AF65-F5344CB8AC3E}">
        <p14:creationId xmlns:p14="http://schemas.microsoft.com/office/powerpoint/2010/main" val="2643602097"/>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015EA-74DE-C9B7-6AE2-CD5215F0A59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31A0D155-8C86-B055-2154-1283E2AB8894}"/>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DCB63AB9-6413-3B4F-CF2E-496156F24303}"/>
              </a:ext>
            </a:extLst>
          </p:cNvPr>
          <p:cNvSpPr>
            <a:spLocks noGrp="1"/>
          </p:cNvSpPr>
          <p:nvPr>
            <p:ph type="sldNum" sz="quarter" idx="11"/>
          </p:nvPr>
        </p:nvSpPr>
        <p:spPr/>
        <p:txBody>
          <a:bodyPr/>
          <a:lstStyle/>
          <a:p>
            <a:fld id="{B01966AA-40F2-4759-97C9-DDA0BED365A6}" type="slidenum">
              <a:rPr kumimoji="1" lang="ja-JP" altLang="en-US" smtClean="0"/>
              <a:pPr/>
              <a:t>26</a:t>
            </a:fld>
            <a:endParaRPr kumimoji="1" lang="ja-JP" altLang="en-US"/>
          </a:p>
        </p:txBody>
      </p:sp>
      <p:sp>
        <p:nvSpPr>
          <p:cNvPr id="2" name="楕円 1">
            <a:extLst>
              <a:ext uri="{FF2B5EF4-FFF2-40B4-BE49-F238E27FC236}">
                <a16:creationId xmlns:a16="http://schemas.microsoft.com/office/drawing/2014/main" id="{E9DC9BF4-F5FE-0AC9-CBD4-5055C6C26E09}"/>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C5E7C537-FC14-CB8F-8C3F-D169D442545B}"/>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9EA1C318-F0D2-777A-DE7E-8B28A5809CB3}"/>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4C3E849E-99CF-DBD2-8194-A50D7EA43877}"/>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FB3CB268-88B6-0CB5-85BD-FB42D2248986}"/>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11" name="テキスト ボックス 10">
            <a:extLst>
              <a:ext uri="{FF2B5EF4-FFF2-40B4-BE49-F238E27FC236}">
                <a16:creationId xmlns:a16="http://schemas.microsoft.com/office/drawing/2014/main" id="{99F08756-9F11-D3EC-B3D9-D0BF64141217}"/>
              </a:ext>
            </a:extLst>
          </p:cNvPr>
          <p:cNvSpPr txBox="1"/>
          <p:nvPr/>
        </p:nvSpPr>
        <p:spPr>
          <a:xfrm>
            <a:off x="4807188" y="1800363"/>
            <a:ext cx="2876108"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④</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ツール一覧と共に問いかけ</a:t>
            </a:r>
          </a:p>
        </p:txBody>
      </p:sp>
      <p:sp>
        <p:nvSpPr>
          <p:cNvPr id="12" name="矢印: 右 11">
            <a:extLst>
              <a:ext uri="{FF2B5EF4-FFF2-40B4-BE49-F238E27FC236}">
                <a16:creationId xmlns:a16="http://schemas.microsoft.com/office/drawing/2014/main" id="{F7E833BD-7965-3A7E-3A44-8F327E1DD1D8}"/>
              </a:ext>
            </a:extLst>
          </p:cNvPr>
          <p:cNvSpPr/>
          <p:nvPr/>
        </p:nvSpPr>
        <p:spPr>
          <a:xfrm>
            <a:off x="6410105" y="2253255"/>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3" name="矢印: 右 12">
            <a:extLst>
              <a:ext uri="{FF2B5EF4-FFF2-40B4-BE49-F238E27FC236}">
                <a16:creationId xmlns:a16="http://schemas.microsoft.com/office/drawing/2014/main" id="{4723C164-FB4B-1B4E-742B-737EC3D5D0A8}"/>
              </a:ext>
            </a:extLst>
          </p:cNvPr>
          <p:cNvSpPr/>
          <p:nvPr/>
        </p:nvSpPr>
        <p:spPr>
          <a:xfrm rot="10800000">
            <a:off x="6420463" y="2592425"/>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4622958D-E87F-1223-1A74-5FE2663A456D}"/>
              </a:ext>
            </a:extLst>
          </p:cNvPr>
          <p:cNvSpPr txBox="1"/>
          <p:nvPr/>
        </p:nvSpPr>
        <p:spPr>
          <a:xfrm>
            <a:off x="6007425" y="2872755"/>
            <a:ext cx="2324675"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⑤ </a:t>
            </a:r>
            <a:r>
              <a:rPr kumimoji="1" lang="ja-JP" altLang="en-US" sz="1600" dirty="0">
                <a:latin typeface="BIZ UDPゴシック" panose="020B0400000000000000" pitchFamily="50" charset="-128"/>
                <a:ea typeface="BIZ UDPゴシック" panose="020B0400000000000000" pitchFamily="50" charset="-128"/>
              </a:rPr>
              <a:t>ツール呼び出し依頼</a:t>
            </a:r>
          </a:p>
        </p:txBody>
      </p:sp>
    </p:spTree>
    <p:extLst>
      <p:ext uri="{BB962C8B-B14F-4D97-AF65-F5344CB8AC3E}">
        <p14:creationId xmlns:p14="http://schemas.microsoft.com/office/powerpoint/2010/main" val="79829541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B53B3-694D-7767-2AE8-EE05F84D90D8}"/>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5090F6D-129A-41E5-CDD6-D7A0E4AA908F}"/>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E08F83DD-56B4-37D5-4B9E-7B904C309DF6}"/>
              </a:ext>
            </a:extLst>
          </p:cNvPr>
          <p:cNvSpPr>
            <a:spLocks noGrp="1"/>
          </p:cNvSpPr>
          <p:nvPr>
            <p:ph type="sldNum" sz="quarter" idx="11"/>
          </p:nvPr>
        </p:nvSpPr>
        <p:spPr/>
        <p:txBody>
          <a:bodyPr/>
          <a:lstStyle/>
          <a:p>
            <a:fld id="{B01966AA-40F2-4759-97C9-DDA0BED365A6}" type="slidenum">
              <a:rPr kumimoji="1" lang="ja-JP" altLang="en-US" smtClean="0"/>
              <a:pPr/>
              <a:t>27</a:t>
            </a:fld>
            <a:endParaRPr kumimoji="1" lang="ja-JP" altLang="en-US"/>
          </a:p>
        </p:txBody>
      </p:sp>
      <p:sp>
        <p:nvSpPr>
          <p:cNvPr id="2" name="楕円 1">
            <a:extLst>
              <a:ext uri="{FF2B5EF4-FFF2-40B4-BE49-F238E27FC236}">
                <a16:creationId xmlns:a16="http://schemas.microsoft.com/office/drawing/2014/main" id="{D022D812-65BC-DFD6-1597-0B7D1693BEED}"/>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4B5A0954-57CF-84B6-18E9-E1D3C6821B89}"/>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0918D10D-5226-784C-23CB-F6E599586ADD}"/>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E11AB067-0A3C-0D6F-DE52-0FE4B18C7A09}"/>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0B68E53D-31F5-D712-2AE2-6703642BC279}"/>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テキスト ボックス 5">
            <a:extLst>
              <a:ext uri="{FF2B5EF4-FFF2-40B4-BE49-F238E27FC236}">
                <a16:creationId xmlns:a16="http://schemas.microsoft.com/office/drawing/2014/main" id="{48692BC1-C7E1-5D81-795B-580F4A010E40}"/>
              </a:ext>
            </a:extLst>
          </p:cNvPr>
          <p:cNvSpPr txBox="1"/>
          <p:nvPr/>
        </p:nvSpPr>
        <p:spPr>
          <a:xfrm>
            <a:off x="5779760" y="4080523"/>
            <a:ext cx="1861407"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⑥</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ツール呼び出し</a:t>
            </a:r>
          </a:p>
        </p:txBody>
      </p:sp>
      <p:sp>
        <p:nvSpPr>
          <p:cNvPr id="10" name="矢印: 右 9">
            <a:extLst>
              <a:ext uri="{FF2B5EF4-FFF2-40B4-BE49-F238E27FC236}">
                <a16:creationId xmlns:a16="http://schemas.microsoft.com/office/drawing/2014/main" id="{B2B1F16B-BF90-9EFF-4B24-410B31319CCF}"/>
              </a:ext>
            </a:extLst>
          </p:cNvPr>
          <p:cNvSpPr/>
          <p:nvPr/>
        </p:nvSpPr>
        <p:spPr>
          <a:xfrm>
            <a:off x="6420463" y="3760716"/>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05398C94-6614-B1D7-5BFD-DECDBD1CFC71}"/>
              </a:ext>
            </a:extLst>
          </p:cNvPr>
          <p:cNvSpPr txBox="1"/>
          <p:nvPr/>
        </p:nvSpPr>
        <p:spPr>
          <a:xfrm>
            <a:off x="9656803" y="4755633"/>
            <a:ext cx="1476686"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⑦</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データ取得</a:t>
            </a:r>
          </a:p>
        </p:txBody>
      </p:sp>
      <p:sp>
        <p:nvSpPr>
          <p:cNvPr id="18" name="矢印: 右 17">
            <a:extLst>
              <a:ext uri="{FF2B5EF4-FFF2-40B4-BE49-F238E27FC236}">
                <a16:creationId xmlns:a16="http://schemas.microsoft.com/office/drawing/2014/main" id="{D59D1488-00F0-CC8B-8728-D905835A5CD0}"/>
              </a:ext>
            </a:extLst>
          </p:cNvPr>
          <p:cNvSpPr/>
          <p:nvPr/>
        </p:nvSpPr>
        <p:spPr>
          <a:xfrm rot="1546001">
            <a:off x="8960634" y="4892109"/>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6679396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6194B-9506-4BA1-8507-073B95B4E939}"/>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12FD21C5-1FB4-AF13-7ACC-D278D6495679}"/>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EF6C1EE6-00BB-B3E3-45F0-DFCD0244D7EF}"/>
              </a:ext>
            </a:extLst>
          </p:cNvPr>
          <p:cNvSpPr>
            <a:spLocks noGrp="1"/>
          </p:cNvSpPr>
          <p:nvPr>
            <p:ph type="sldNum" sz="quarter" idx="11"/>
          </p:nvPr>
        </p:nvSpPr>
        <p:spPr/>
        <p:txBody>
          <a:bodyPr/>
          <a:lstStyle/>
          <a:p>
            <a:fld id="{B01966AA-40F2-4759-97C9-DDA0BED365A6}" type="slidenum">
              <a:rPr kumimoji="1" lang="ja-JP" altLang="en-US" smtClean="0"/>
              <a:pPr/>
              <a:t>28</a:t>
            </a:fld>
            <a:endParaRPr kumimoji="1" lang="ja-JP" altLang="en-US"/>
          </a:p>
        </p:txBody>
      </p:sp>
      <p:sp>
        <p:nvSpPr>
          <p:cNvPr id="2" name="楕円 1">
            <a:extLst>
              <a:ext uri="{FF2B5EF4-FFF2-40B4-BE49-F238E27FC236}">
                <a16:creationId xmlns:a16="http://schemas.microsoft.com/office/drawing/2014/main" id="{5CDDB3C9-67AC-1E5A-DC2A-2002540C0FB1}"/>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2DE55115-A16B-0816-C206-B4D858F301FA}"/>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647B6069-8578-FCE6-F849-A06226103240}"/>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1AEE50E3-BD6F-D109-3809-9F4650355D6F}"/>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46FB449D-D87F-506A-1F29-AE5268AFC66F}"/>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13" name="テキスト ボックス 12">
            <a:extLst>
              <a:ext uri="{FF2B5EF4-FFF2-40B4-BE49-F238E27FC236}">
                <a16:creationId xmlns:a16="http://schemas.microsoft.com/office/drawing/2014/main" id="{6A6AE48C-0B9D-269A-E548-2CE2BCA7BD81}"/>
              </a:ext>
            </a:extLst>
          </p:cNvPr>
          <p:cNvSpPr txBox="1"/>
          <p:nvPr/>
        </p:nvSpPr>
        <p:spPr>
          <a:xfrm>
            <a:off x="7925977" y="5181209"/>
            <a:ext cx="1066318"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⑧</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データ</a:t>
            </a:r>
          </a:p>
        </p:txBody>
      </p:sp>
      <p:sp>
        <p:nvSpPr>
          <p:cNvPr id="14" name="矢印: 右 13">
            <a:extLst>
              <a:ext uri="{FF2B5EF4-FFF2-40B4-BE49-F238E27FC236}">
                <a16:creationId xmlns:a16="http://schemas.microsoft.com/office/drawing/2014/main" id="{36F71614-6648-4FD7-1B71-4CD7E8D79650}"/>
              </a:ext>
            </a:extLst>
          </p:cNvPr>
          <p:cNvSpPr/>
          <p:nvPr/>
        </p:nvSpPr>
        <p:spPr>
          <a:xfrm rot="12417790">
            <a:off x="8646523" y="5033303"/>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6" name="矢印: 右 5">
            <a:extLst>
              <a:ext uri="{FF2B5EF4-FFF2-40B4-BE49-F238E27FC236}">
                <a16:creationId xmlns:a16="http://schemas.microsoft.com/office/drawing/2014/main" id="{D9761570-7073-ADA7-0670-93E7A2674A8B}"/>
              </a:ext>
            </a:extLst>
          </p:cNvPr>
          <p:cNvSpPr/>
          <p:nvPr/>
        </p:nvSpPr>
        <p:spPr>
          <a:xfrm rot="10800000">
            <a:off x="6336860" y="3530831"/>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DC77DE41-F14D-A54F-1DF7-64903F10C60C}"/>
              </a:ext>
            </a:extLst>
          </p:cNvPr>
          <p:cNvSpPr txBox="1"/>
          <p:nvPr/>
        </p:nvSpPr>
        <p:spPr>
          <a:xfrm>
            <a:off x="5923822" y="3811161"/>
            <a:ext cx="1135247"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⑨ </a:t>
            </a:r>
            <a:r>
              <a:rPr kumimoji="1" lang="ja-JP" altLang="en-US" sz="1600" dirty="0">
                <a:latin typeface="BIZ UDPゴシック" panose="020B0400000000000000" pitchFamily="50" charset="-128"/>
                <a:ea typeface="BIZ UDPゴシック" panose="020B0400000000000000" pitchFamily="50" charset="-128"/>
              </a:rPr>
              <a:t>データ</a:t>
            </a:r>
          </a:p>
        </p:txBody>
      </p:sp>
    </p:spTree>
    <p:extLst>
      <p:ext uri="{BB962C8B-B14F-4D97-AF65-F5344CB8AC3E}">
        <p14:creationId xmlns:p14="http://schemas.microsoft.com/office/powerpoint/2010/main" val="131759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882EF-31A1-6779-BD07-B9501005F921}"/>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F978805-96BF-389F-491A-8E50A1283F12}"/>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76907AFE-AB0A-FE29-A22E-414C284AF6E5}"/>
              </a:ext>
            </a:extLst>
          </p:cNvPr>
          <p:cNvSpPr>
            <a:spLocks noGrp="1"/>
          </p:cNvSpPr>
          <p:nvPr>
            <p:ph type="sldNum" sz="quarter" idx="11"/>
          </p:nvPr>
        </p:nvSpPr>
        <p:spPr/>
        <p:txBody>
          <a:bodyPr/>
          <a:lstStyle/>
          <a:p>
            <a:fld id="{B01966AA-40F2-4759-97C9-DDA0BED365A6}" type="slidenum">
              <a:rPr kumimoji="1" lang="ja-JP" altLang="en-US" smtClean="0"/>
              <a:pPr/>
              <a:t>29</a:t>
            </a:fld>
            <a:endParaRPr kumimoji="1" lang="ja-JP" altLang="en-US"/>
          </a:p>
        </p:txBody>
      </p:sp>
      <p:sp>
        <p:nvSpPr>
          <p:cNvPr id="2" name="楕円 1">
            <a:extLst>
              <a:ext uri="{FF2B5EF4-FFF2-40B4-BE49-F238E27FC236}">
                <a16:creationId xmlns:a16="http://schemas.microsoft.com/office/drawing/2014/main" id="{9C63705B-94BB-85F0-9D20-2563FDAFBF51}"/>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7AF7C046-0D18-2623-38BA-8D958A162FC0}"/>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C975F135-9893-8858-770F-A487C3D61951}"/>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7EF45879-FC88-0D4F-BBFD-AE99C768FCAA}"/>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88FE1AD5-B420-DE60-CB0A-469DB198A15A}"/>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テキスト ボックス 5">
            <a:extLst>
              <a:ext uri="{FF2B5EF4-FFF2-40B4-BE49-F238E27FC236}">
                <a16:creationId xmlns:a16="http://schemas.microsoft.com/office/drawing/2014/main" id="{092EECE7-EDD3-09BD-5C07-2CE91D8F25B9}"/>
              </a:ext>
            </a:extLst>
          </p:cNvPr>
          <p:cNvSpPr txBox="1"/>
          <p:nvPr/>
        </p:nvSpPr>
        <p:spPr>
          <a:xfrm>
            <a:off x="6255692" y="1914314"/>
            <a:ext cx="1066318"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⑩</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データ</a:t>
            </a:r>
          </a:p>
        </p:txBody>
      </p:sp>
      <p:sp>
        <p:nvSpPr>
          <p:cNvPr id="10" name="矢印: 右 9">
            <a:extLst>
              <a:ext uri="{FF2B5EF4-FFF2-40B4-BE49-F238E27FC236}">
                <a16:creationId xmlns:a16="http://schemas.microsoft.com/office/drawing/2014/main" id="{77C8D5A5-8C8C-2333-A781-2F234849564E}"/>
              </a:ext>
            </a:extLst>
          </p:cNvPr>
          <p:cNvSpPr/>
          <p:nvPr/>
        </p:nvSpPr>
        <p:spPr>
          <a:xfrm>
            <a:off x="6430913" y="2302552"/>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1" name="矢印: 右 10">
            <a:extLst>
              <a:ext uri="{FF2B5EF4-FFF2-40B4-BE49-F238E27FC236}">
                <a16:creationId xmlns:a16="http://schemas.microsoft.com/office/drawing/2014/main" id="{D64E1297-A697-F1A8-B8A4-39B0EFE27D12}"/>
              </a:ext>
            </a:extLst>
          </p:cNvPr>
          <p:cNvSpPr/>
          <p:nvPr/>
        </p:nvSpPr>
        <p:spPr>
          <a:xfrm rot="10800000">
            <a:off x="6437118" y="2686243"/>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1FFA2E0F-2D1A-FA2C-0696-C768D2F31C4A}"/>
              </a:ext>
            </a:extLst>
          </p:cNvPr>
          <p:cNvSpPr txBox="1"/>
          <p:nvPr/>
        </p:nvSpPr>
        <p:spPr>
          <a:xfrm>
            <a:off x="6337921" y="2911977"/>
            <a:ext cx="947695"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⑪ </a:t>
            </a:r>
            <a:r>
              <a:rPr kumimoji="1" lang="ja-JP" altLang="en-US" sz="1600" dirty="0">
                <a:latin typeface="BIZ UDPゴシック" panose="020B0400000000000000" pitchFamily="50" charset="-128"/>
                <a:ea typeface="BIZ UDPゴシック" panose="020B0400000000000000" pitchFamily="50" charset="-128"/>
              </a:rPr>
              <a:t>回答</a:t>
            </a:r>
          </a:p>
        </p:txBody>
      </p:sp>
    </p:spTree>
    <p:extLst>
      <p:ext uri="{BB962C8B-B14F-4D97-AF65-F5344CB8AC3E}">
        <p14:creationId xmlns:p14="http://schemas.microsoft.com/office/powerpoint/2010/main" val="190597753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9AC3F-F54D-E782-20C4-4E532499496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AF771FD-CF72-3A80-9E0B-8C7DCA99D32A}"/>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AADAAA26-30DC-6A0D-1F63-10415104F628}"/>
              </a:ext>
            </a:extLst>
          </p:cNvPr>
          <p:cNvSpPr>
            <a:spLocks noGrp="1"/>
          </p:cNvSpPr>
          <p:nvPr>
            <p:ph type="sldNum" sz="quarter" idx="11"/>
          </p:nvPr>
        </p:nvSpPr>
        <p:spPr/>
        <p:txBody>
          <a:bodyPr/>
          <a:lstStyle/>
          <a:p>
            <a:fld id="{B01966AA-40F2-4759-97C9-DDA0BED365A6}" type="slidenum">
              <a:rPr kumimoji="1" lang="ja-JP" altLang="en-US" smtClean="0"/>
              <a:pPr/>
              <a:t>30</a:t>
            </a:fld>
            <a:endParaRPr kumimoji="1" lang="ja-JP" altLang="en-US"/>
          </a:p>
        </p:txBody>
      </p:sp>
      <p:sp>
        <p:nvSpPr>
          <p:cNvPr id="2" name="楕円 1">
            <a:extLst>
              <a:ext uri="{FF2B5EF4-FFF2-40B4-BE49-F238E27FC236}">
                <a16:creationId xmlns:a16="http://schemas.microsoft.com/office/drawing/2014/main" id="{3F5D18C8-4E1E-284E-B845-37148BCF0E99}"/>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59FF8505-92C7-F407-1205-9C8A5CB6D726}"/>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02AAEF08-78D1-2DEC-5055-D74543D46278}"/>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AACC1FA9-B29F-1F63-7682-C1BDCED00392}"/>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D42C182E-9297-45D7-B007-E17154742027}"/>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矢印: 右 5">
            <a:extLst>
              <a:ext uri="{FF2B5EF4-FFF2-40B4-BE49-F238E27FC236}">
                <a16:creationId xmlns:a16="http://schemas.microsoft.com/office/drawing/2014/main" id="{0A20C161-6C7A-4DD6-5D85-6DE89A2FA57E}"/>
              </a:ext>
            </a:extLst>
          </p:cNvPr>
          <p:cNvSpPr/>
          <p:nvPr/>
        </p:nvSpPr>
        <p:spPr>
          <a:xfrm rot="10800000">
            <a:off x="2316096" y="3077714"/>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319A620E-AC53-49DA-C52F-E6617FAED723}"/>
              </a:ext>
            </a:extLst>
          </p:cNvPr>
          <p:cNvSpPr txBox="1"/>
          <p:nvPr/>
        </p:nvSpPr>
        <p:spPr>
          <a:xfrm>
            <a:off x="2173818" y="3341378"/>
            <a:ext cx="998991"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⑫ 回答</a:t>
            </a:r>
            <a:endParaRPr kumimoji="1" lang="ja-JP" altLang="en-US" sz="16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2531887"/>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B1B03EF-1300-E86A-0272-B83330CFFF3D}"/>
              </a:ext>
            </a:extLst>
          </p:cNvPr>
          <p:cNvSpPr>
            <a:spLocks noGrp="1"/>
          </p:cNvSpPr>
          <p:nvPr>
            <p:ph type="body" sz="quarter" idx="10"/>
          </p:nvPr>
        </p:nvSpPr>
        <p:spPr>
          <a:xfrm>
            <a:off x="6997390" y="6296298"/>
            <a:ext cx="4785308" cy="475515"/>
          </a:xfrm>
        </p:spPr>
        <p:txBody>
          <a:bodyPr/>
          <a:lstStyle/>
          <a:p>
            <a:pPr marL="0" indent="0">
              <a:buNone/>
            </a:pPr>
            <a:r>
              <a:rPr kumimoji="1" lang="en-US" altLang="ja-JP" sz="2000" dirty="0"/>
              <a:t>【</a:t>
            </a:r>
            <a:r>
              <a:rPr kumimoji="1" lang="ja-JP" altLang="en-US" sz="2000" dirty="0"/>
              <a:t>参考</a:t>
            </a:r>
            <a:r>
              <a:rPr kumimoji="1" lang="en-US" altLang="ja-JP" sz="2000" dirty="0"/>
              <a:t>】</a:t>
            </a:r>
            <a:r>
              <a:rPr lang="ja-JP" altLang="en-US" sz="2000" dirty="0"/>
              <a:t> </a:t>
            </a:r>
            <a:r>
              <a:rPr lang="ja-JP" altLang="en-US" sz="2000" dirty="0">
                <a:hlinkClick r:id="rId2"/>
              </a:rPr>
              <a:t> </a:t>
            </a:r>
            <a:r>
              <a:rPr lang="en-US" altLang="ja-JP" sz="2000" dirty="0">
                <a:hlinkClick r:id="rId2"/>
              </a:rPr>
              <a:t>Function calling | OpenAI API</a:t>
            </a:r>
            <a:endParaRPr kumimoji="1" lang="ja-JP" altLang="en-US" sz="2000" dirty="0"/>
          </a:p>
        </p:txBody>
      </p:sp>
      <p:sp>
        <p:nvSpPr>
          <p:cNvPr id="3" name="タイトル 2">
            <a:extLst>
              <a:ext uri="{FF2B5EF4-FFF2-40B4-BE49-F238E27FC236}">
                <a16:creationId xmlns:a16="http://schemas.microsoft.com/office/drawing/2014/main" id="{7DB984A9-EFE8-9039-4E10-98023EE9EBEE}"/>
              </a:ext>
            </a:extLst>
          </p:cNvPr>
          <p:cNvSpPr>
            <a:spLocks noGrp="1"/>
          </p:cNvSpPr>
          <p:nvPr>
            <p:ph type="title"/>
          </p:nvPr>
        </p:nvSpPr>
        <p:spPr/>
        <p:txBody>
          <a:bodyPr/>
          <a:lstStyle/>
          <a:p>
            <a:r>
              <a:rPr kumimoji="1" lang="en-US" altLang="ja-JP" sz="3600" dirty="0"/>
              <a:t>【</a:t>
            </a:r>
            <a:r>
              <a:rPr kumimoji="1" lang="ja-JP" altLang="en-US" sz="3600" dirty="0"/>
              <a:t>参考</a:t>
            </a:r>
            <a:r>
              <a:rPr kumimoji="1" lang="en-US" altLang="ja-JP" sz="3600" dirty="0"/>
              <a:t>】</a:t>
            </a:r>
            <a:r>
              <a:rPr kumimoji="1" lang="ja-JP" altLang="en-US" sz="3600" dirty="0"/>
              <a:t> </a:t>
            </a:r>
            <a:r>
              <a:rPr kumimoji="1" lang="en-US" altLang="ja-JP" dirty="0"/>
              <a:t>Function Calling</a:t>
            </a:r>
            <a:endParaRPr kumimoji="1" lang="ja-JP" altLang="en-US" dirty="0"/>
          </a:p>
        </p:txBody>
      </p:sp>
      <p:sp>
        <p:nvSpPr>
          <p:cNvPr id="4" name="スライド番号プレースホルダー 3">
            <a:extLst>
              <a:ext uri="{FF2B5EF4-FFF2-40B4-BE49-F238E27FC236}">
                <a16:creationId xmlns:a16="http://schemas.microsoft.com/office/drawing/2014/main" id="{DBA29F32-826C-1BAB-5DA3-64894E516F8C}"/>
              </a:ext>
            </a:extLst>
          </p:cNvPr>
          <p:cNvSpPr>
            <a:spLocks noGrp="1"/>
          </p:cNvSpPr>
          <p:nvPr>
            <p:ph type="sldNum" sz="quarter" idx="11"/>
          </p:nvPr>
        </p:nvSpPr>
        <p:spPr/>
        <p:txBody>
          <a:bodyPr/>
          <a:lstStyle/>
          <a:p>
            <a:fld id="{B01966AA-40F2-4759-97C9-DDA0BED365A6}" type="slidenum">
              <a:rPr kumimoji="1" lang="ja-JP" altLang="en-US" smtClean="0"/>
              <a:pPr/>
              <a:t>31</a:t>
            </a:fld>
            <a:endParaRPr kumimoji="1" lang="ja-JP" altLang="en-US"/>
          </a:p>
        </p:txBody>
      </p:sp>
      <p:pic>
        <p:nvPicPr>
          <p:cNvPr id="2050" name="Picture 2" descr="how-function-calling-works">
            <a:extLst>
              <a:ext uri="{FF2B5EF4-FFF2-40B4-BE49-F238E27FC236}">
                <a16:creationId xmlns:a16="http://schemas.microsoft.com/office/drawing/2014/main" id="{649F76EE-3F9D-0615-04AC-D3129FE1B8A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394832" y="1231527"/>
            <a:ext cx="9402336" cy="5145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7173607"/>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B83B7371-017F-8628-8BE7-F577CD2BD057}"/>
              </a:ext>
            </a:extLst>
          </p:cNvPr>
          <p:cNvSpPr>
            <a:spLocks noGrp="1"/>
          </p:cNvSpPr>
          <p:nvPr>
            <p:ph type="title"/>
          </p:nvPr>
        </p:nvSpPr>
        <p:spPr/>
        <p:txBody>
          <a:bodyPr/>
          <a:lstStyle/>
          <a:p>
            <a:r>
              <a:rPr kumimoji="1" lang="en-US" altLang="ja-JP" dirty="0"/>
              <a:t>【</a:t>
            </a:r>
            <a:r>
              <a:rPr kumimoji="1" lang="ja-JP" altLang="en-US" dirty="0"/>
              <a:t>参考</a:t>
            </a:r>
            <a:r>
              <a:rPr kumimoji="1" lang="en-US" altLang="ja-JP" dirty="0"/>
              <a:t>】</a:t>
            </a:r>
            <a:r>
              <a:rPr kumimoji="1" lang="ja-JP" altLang="en-US" dirty="0"/>
              <a:t> </a:t>
            </a:r>
            <a:r>
              <a:rPr kumimoji="1" lang="en-US" altLang="ja-JP" dirty="0"/>
              <a:t>Function Calling </a:t>
            </a:r>
            <a:r>
              <a:rPr kumimoji="1" lang="ja-JP" altLang="en-US" dirty="0"/>
              <a:t>と </a:t>
            </a:r>
            <a:r>
              <a:rPr kumimoji="1" lang="en-US" altLang="ja-JP" dirty="0"/>
              <a:t>MCP</a:t>
            </a:r>
            <a:endParaRPr kumimoji="1" lang="ja-JP" altLang="en-US" dirty="0"/>
          </a:p>
        </p:txBody>
      </p:sp>
      <p:sp>
        <p:nvSpPr>
          <p:cNvPr id="4" name="スライド番号プレースホルダー 3">
            <a:extLst>
              <a:ext uri="{FF2B5EF4-FFF2-40B4-BE49-F238E27FC236}">
                <a16:creationId xmlns:a16="http://schemas.microsoft.com/office/drawing/2014/main" id="{600F9CA9-4699-CB85-A0B3-B176EC71DD4E}"/>
              </a:ext>
            </a:extLst>
          </p:cNvPr>
          <p:cNvSpPr>
            <a:spLocks noGrp="1"/>
          </p:cNvSpPr>
          <p:nvPr>
            <p:ph type="sldNum" sz="quarter" idx="11"/>
          </p:nvPr>
        </p:nvSpPr>
        <p:spPr/>
        <p:txBody>
          <a:bodyPr/>
          <a:lstStyle/>
          <a:p>
            <a:fld id="{B01966AA-40F2-4759-97C9-DDA0BED365A6}" type="slidenum">
              <a:rPr kumimoji="1" lang="ja-JP" altLang="en-US" smtClean="0"/>
              <a:pPr/>
              <a:t>32</a:t>
            </a:fld>
            <a:endParaRPr kumimoji="1" lang="ja-JP" altLang="en-US"/>
          </a:p>
        </p:txBody>
      </p:sp>
      <p:pic>
        <p:nvPicPr>
          <p:cNvPr id="1026" name="Picture 2">
            <a:extLst>
              <a:ext uri="{FF2B5EF4-FFF2-40B4-BE49-F238E27FC236}">
                <a16:creationId xmlns:a16="http://schemas.microsoft.com/office/drawing/2014/main" id="{DDAD4764-4984-A3F1-62E3-1C9614BED3D7}"/>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955914" y="1238717"/>
            <a:ext cx="8280172" cy="5518411"/>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2" name="吹き出し: 四角形 1">
            <a:extLst>
              <a:ext uri="{FF2B5EF4-FFF2-40B4-BE49-F238E27FC236}">
                <a16:creationId xmlns:a16="http://schemas.microsoft.com/office/drawing/2014/main" id="{235EE0D5-D93D-3910-F58F-5E3445781567}"/>
              </a:ext>
            </a:extLst>
          </p:cNvPr>
          <p:cNvSpPr/>
          <p:nvPr/>
        </p:nvSpPr>
        <p:spPr>
          <a:xfrm>
            <a:off x="9912096" y="5131089"/>
            <a:ext cx="2163209" cy="1191333"/>
          </a:xfrm>
          <a:prstGeom prst="wedgeRectCallout">
            <a:avLst>
              <a:gd name="adj1" fmla="val -50302"/>
              <a:gd name="adj2" fmla="val -70395"/>
            </a:avLst>
          </a:prstGeom>
          <a:solidFill>
            <a:schemeClr val="bg2"/>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dirty="0">
                <a:latin typeface="BIZ UDPゴシック" panose="020B0400000000000000" pitchFamily="50" charset="-128"/>
                <a:ea typeface="BIZ UDPゴシック" panose="020B0400000000000000" pitchFamily="50" charset="-128"/>
              </a:rPr>
              <a:t>「</a:t>
            </a:r>
            <a:r>
              <a:rPr kumimoji="1" lang="en-US" altLang="ja-JP" dirty="0">
                <a:latin typeface="BIZ UDPゴシック" panose="020B0400000000000000" pitchFamily="50" charset="-128"/>
                <a:ea typeface="BIZ UDPゴシック" panose="020B0400000000000000" pitchFamily="50" charset="-128"/>
              </a:rPr>
              <a:t>M×N</a:t>
            </a:r>
            <a:r>
              <a:rPr kumimoji="1" lang="ja-JP" altLang="en-US" dirty="0">
                <a:latin typeface="BIZ UDPゴシック" panose="020B0400000000000000" pitchFamily="50" charset="-128"/>
                <a:ea typeface="BIZ UDPゴシック" panose="020B0400000000000000" pitchFamily="50" charset="-128"/>
              </a:rPr>
              <a:t>問題」を</a:t>
            </a:r>
            <a:br>
              <a:rPr kumimoji="1" lang="en-US" altLang="ja-JP" dirty="0">
                <a:latin typeface="BIZ UDPゴシック" panose="020B0400000000000000" pitchFamily="50" charset="-128"/>
                <a:ea typeface="BIZ UDPゴシック" panose="020B0400000000000000" pitchFamily="50" charset="-128"/>
              </a:rPr>
            </a:br>
            <a:r>
              <a:rPr kumimoji="1" lang="ja-JP" altLang="en-US" dirty="0">
                <a:latin typeface="BIZ UDPゴシック" panose="020B0400000000000000" pitchFamily="50" charset="-128"/>
                <a:ea typeface="BIZ UDPゴシック" panose="020B0400000000000000" pitchFamily="50" charset="-128"/>
              </a:rPr>
              <a:t>「</a:t>
            </a:r>
            <a:r>
              <a:rPr kumimoji="1" lang="en-US" altLang="ja-JP" dirty="0">
                <a:latin typeface="BIZ UDPゴシック" panose="020B0400000000000000" pitchFamily="50" charset="-128"/>
                <a:ea typeface="BIZ UDPゴシック" panose="020B0400000000000000" pitchFamily="50" charset="-128"/>
              </a:rPr>
              <a:t>M + N</a:t>
            </a:r>
            <a:r>
              <a:rPr kumimoji="1" lang="ja-JP" altLang="en-US" dirty="0">
                <a:latin typeface="BIZ UDPゴシック" panose="020B0400000000000000" pitchFamily="50" charset="-128"/>
                <a:ea typeface="BIZ UDPゴシック" panose="020B0400000000000000" pitchFamily="50" charset="-128"/>
              </a:rPr>
              <a:t>問題」に</a:t>
            </a:r>
          </a:p>
        </p:txBody>
      </p:sp>
    </p:spTree>
    <p:extLst>
      <p:ext uri="{BB962C8B-B14F-4D97-AF65-F5344CB8AC3E}">
        <p14:creationId xmlns:p14="http://schemas.microsoft.com/office/powerpoint/2010/main" val="9023300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69E3CD5-B74A-A5B8-111E-22CCAE5BDBDC}"/>
              </a:ext>
            </a:extLst>
          </p:cNvPr>
          <p:cNvSpPr>
            <a:spLocks noGrp="1"/>
          </p:cNvSpPr>
          <p:nvPr>
            <p:ph type="body" sz="quarter" idx="10"/>
          </p:nvPr>
        </p:nvSpPr>
        <p:spPr>
          <a:xfrm>
            <a:off x="269240" y="1189177"/>
            <a:ext cx="5178132" cy="2921505"/>
          </a:xfrm>
        </p:spPr>
        <p:txBody>
          <a:bodyPr/>
          <a:lstStyle/>
          <a:p>
            <a:r>
              <a:rPr lang="ja-JP" altLang="en-US" sz="3200" dirty="0"/>
              <a:t>ユーザーの質問に基づき外部データベースを検索し、それを元に </a:t>
            </a:r>
            <a:r>
              <a:rPr lang="en-US" altLang="ja-JP" sz="3200" dirty="0"/>
              <a:t>LLM </a:t>
            </a:r>
            <a:r>
              <a:rPr lang="ja-JP" altLang="en-US" sz="3200" dirty="0"/>
              <a:t>に回答させる</a:t>
            </a:r>
            <a:endParaRPr kumimoji="1" lang="ja-JP" altLang="en-US" sz="3200" dirty="0"/>
          </a:p>
        </p:txBody>
      </p:sp>
      <p:sp>
        <p:nvSpPr>
          <p:cNvPr id="3" name="タイトル 2">
            <a:extLst>
              <a:ext uri="{FF2B5EF4-FFF2-40B4-BE49-F238E27FC236}">
                <a16:creationId xmlns:a16="http://schemas.microsoft.com/office/drawing/2014/main" id="{B84D6FDD-433B-DE60-5008-8F7E4B98CD36}"/>
              </a:ext>
            </a:extLst>
          </p:cNvPr>
          <p:cNvSpPr>
            <a:spLocks noGrp="1"/>
          </p:cNvSpPr>
          <p:nvPr>
            <p:ph type="title"/>
          </p:nvPr>
        </p:nvSpPr>
        <p:spPr/>
        <p:txBody>
          <a:bodyPr>
            <a:normAutofit fontScale="90000"/>
          </a:bodyPr>
          <a:lstStyle/>
          <a:p>
            <a:r>
              <a:rPr lang="en-US" altLang="ja-JP" sz="3600" dirty="0"/>
              <a:t>【</a:t>
            </a:r>
            <a:r>
              <a:rPr lang="ja-JP" altLang="en-US" sz="3600" dirty="0"/>
              <a:t>参考</a:t>
            </a:r>
            <a:r>
              <a:rPr lang="en-US" altLang="ja-JP" sz="3600" dirty="0"/>
              <a:t>】</a:t>
            </a:r>
            <a:r>
              <a:rPr lang="ja-JP" altLang="en-US" sz="3600" dirty="0"/>
              <a:t> </a:t>
            </a:r>
            <a:r>
              <a:rPr lang="en-US" altLang="ja-JP" dirty="0"/>
              <a:t>RAG </a:t>
            </a:r>
            <a:r>
              <a:rPr lang="en-US" altLang="ja-JP" sz="3600" dirty="0"/>
              <a:t>(</a:t>
            </a:r>
            <a:r>
              <a:rPr lang="en-US" altLang="ja-JP" sz="3600" b="1" dirty="0"/>
              <a:t>Retrieval-Augmented Generation)</a:t>
            </a:r>
            <a:br>
              <a:rPr lang="en-US" altLang="ja-JP" b="1" dirty="0"/>
            </a:br>
            <a:endParaRPr kumimoji="1" lang="ja-JP" altLang="en-US" dirty="0"/>
          </a:p>
        </p:txBody>
      </p:sp>
      <p:sp>
        <p:nvSpPr>
          <p:cNvPr id="4" name="スライド番号プレースホルダー 3">
            <a:extLst>
              <a:ext uri="{FF2B5EF4-FFF2-40B4-BE49-F238E27FC236}">
                <a16:creationId xmlns:a16="http://schemas.microsoft.com/office/drawing/2014/main" id="{E86C4FC8-BB0A-600B-FD7D-CF46E43CE305}"/>
              </a:ext>
            </a:extLst>
          </p:cNvPr>
          <p:cNvSpPr>
            <a:spLocks noGrp="1"/>
          </p:cNvSpPr>
          <p:nvPr>
            <p:ph type="sldNum" sz="quarter" idx="11"/>
          </p:nvPr>
        </p:nvSpPr>
        <p:spPr/>
        <p:txBody>
          <a:bodyPr/>
          <a:lstStyle/>
          <a:p>
            <a:fld id="{B01966AA-40F2-4759-97C9-DDA0BED365A6}" type="slidenum">
              <a:rPr kumimoji="1" lang="ja-JP" altLang="en-US" smtClean="0"/>
              <a:pPr/>
              <a:t>33</a:t>
            </a:fld>
            <a:endParaRPr kumimoji="1" lang="ja-JP" altLang="en-US"/>
          </a:p>
        </p:txBody>
      </p:sp>
      <p:sp>
        <p:nvSpPr>
          <p:cNvPr id="5" name="テキスト ボックス 4">
            <a:extLst>
              <a:ext uri="{FF2B5EF4-FFF2-40B4-BE49-F238E27FC236}">
                <a16:creationId xmlns:a16="http://schemas.microsoft.com/office/drawing/2014/main" id="{74070843-599C-170D-5131-558D78339BAF}"/>
              </a:ext>
            </a:extLst>
          </p:cNvPr>
          <p:cNvSpPr txBox="1"/>
          <p:nvPr/>
        </p:nvSpPr>
        <p:spPr>
          <a:xfrm>
            <a:off x="5486630" y="6427804"/>
            <a:ext cx="6360524" cy="369332"/>
          </a:xfrm>
          <a:prstGeom prst="rect">
            <a:avLst/>
          </a:prstGeom>
          <a:noFill/>
        </p:spPr>
        <p:txBody>
          <a:bodyPr wrap="none" rtlCol="0">
            <a:spAutoFit/>
          </a:bodyPr>
          <a:lstStyle/>
          <a:p>
            <a:r>
              <a:rPr lang="en-US" altLang="ja-JP" dirty="0"/>
              <a:t>【</a:t>
            </a:r>
            <a:r>
              <a:rPr lang="ja-JP" altLang="en-US" dirty="0"/>
              <a:t>参考</a:t>
            </a:r>
            <a:r>
              <a:rPr lang="en-US" altLang="ja-JP" dirty="0"/>
              <a:t>】</a:t>
            </a:r>
            <a:r>
              <a:rPr lang="ja-JP" altLang="en-US" dirty="0"/>
              <a:t>  </a:t>
            </a:r>
            <a:r>
              <a:rPr lang="en-US" altLang="ja-JP" dirty="0">
                <a:hlinkClick r:id="rId3"/>
              </a:rPr>
              <a:t>Retrieval-Augmented Generation (RAG)</a:t>
            </a:r>
            <a:r>
              <a:rPr lang="ja-JP" altLang="en-US" dirty="0">
                <a:hlinkClick r:id="rId3"/>
              </a:rPr>
              <a:t> とは</a:t>
            </a:r>
            <a:r>
              <a:rPr lang="en-US" altLang="ja-JP" dirty="0">
                <a:hlinkClick r:id="rId3"/>
              </a:rPr>
              <a:t>?</a:t>
            </a:r>
            <a:r>
              <a:rPr lang="ja-JP" altLang="en-US" dirty="0">
                <a:hlinkClick r:id="rId3"/>
              </a:rPr>
              <a:t> </a:t>
            </a:r>
            <a:r>
              <a:rPr lang="en-US" altLang="ja-JP" dirty="0">
                <a:hlinkClick r:id="rId3"/>
              </a:rPr>
              <a:t>| NVidia</a:t>
            </a:r>
            <a:endParaRPr kumimoji="1" lang="ja-JP" altLang="en-US" dirty="0"/>
          </a:p>
        </p:txBody>
      </p:sp>
      <p:pic>
        <p:nvPicPr>
          <p:cNvPr id="11" name="図 10">
            <a:extLst>
              <a:ext uri="{FF2B5EF4-FFF2-40B4-BE49-F238E27FC236}">
                <a16:creationId xmlns:a16="http://schemas.microsoft.com/office/drawing/2014/main" id="{D9E13363-AF10-7A10-6754-CD29FB9E0757}"/>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5632470" y="1189177"/>
            <a:ext cx="6322712" cy="4988599"/>
          </a:xfrm>
          <a:prstGeom prst="rect">
            <a:avLst/>
          </a:prstGeom>
        </p:spPr>
      </p:pic>
    </p:spTree>
    <p:extLst>
      <p:ext uri="{BB962C8B-B14F-4D97-AF65-F5344CB8AC3E}">
        <p14:creationId xmlns:p14="http://schemas.microsoft.com/office/powerpoint/2010/main" val="609461036"/>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69E3CD5-B74A-A5B8-111E-22CCAE5BDBDC}"/>
              </a:ext>
            </a:extLst>
          </p:cNvPr>
          <p:cNvSpPr>
            <a:spLocks noGrp="1"/>
          </p:cNvSpPr>
          <p:nvPr>
            <p:ph type="body" sz="quarter" idx="10"/>
          </p:nvPr>
        </p:nvSpPr>
        <p:spPr>
          <a:xfrm>
            <a:off x="1992399" y="6211335"/>
            <a:ext cx="7092852" cy="398892"/>
          </a:xfrm>
        </p:spPr>
        <p:txBody>
          <a:bodyPr/>
          <a:lstStyle/>
          <a:p>
            <a:pPr marL="0" indent="0">
              <a:buNone/>
            </a:pPr>
            <a:r>
              <a:rPr lang="en-US" altLang="ja-JP" sz="1600" dirty="0"/>
              <a:t>【</a:t>
            </a:r>
            <a:r>
              <a:rPr lang="ja-JP" altLang="en-US" sz="1600" dirty="0"/>
              <a:t>参考</a:t>
            </a:r>
            <a:r>
              <a:rPr lang="en-US" altLang="ja-JP" sz="1600" dirty="0"/>
              <a:t>】</a:t>
            </a:r>
            <a:r>
              <a:rPr lang="ja-JP" altLang="en-US" sz="1600" dirty="0"/>
              <a:t>  </a:t>
            </a:r>
            <a:r>
              <a:rPr lang="en-US" altLang="ja-JP" sz="1600" dirty="0">
                <a:hlinkClick r:id="rId2"/>
              </a:rPr>
              <a:t>Retrieval-Augmented Generation (RAG)</a:t>
            </a:r>
            <a:r>
              <a:rPr lang="ja-JP" altLang="en-US" sz="1600" dirty="0">
                <a:hlinkClick r:id="rId2"/>
              </a:rPr>
              <a:t> とは</a:t>
            </a:r>
            <a:r>
              <a:rPr lang="en-US" altLang="ja-JP" sz="1600" dirty="0">
                <a:hlinkClick r:id="rId2"/>
              </a:rPr>
              <a:t>?</a:t>
            </a:r>
            <a:r>
              <a:rPr lang="ja-JP" altLang="en-US" sz="1600" dirty="0">
                <a:hlinkClick r:id="rId2"/>
              </a:rPr>
              <a:t> </a:t>
            </a:r>
            <a:r>
              <a:rPr lang="en-US" altLang="ja-JP" sz="1600" dirty="0">
                <a:hlinkClick r:id="rId2"/>
              </a:rPr>
              <a:t>| NVidia</a:t>
            </a:r>
            <a:endParaRPr kumimoji="1" lang="ja-JP" altLang="en-US" sz="1600" dirty="0"/>
          </a:p>
        </p:txBody>
      </p:sp>
      <p:sp>
        <p:nvSpPr>
          <p:cNvPr id="3" name="タイトル 2">
            <a:extLst>
              <a:ext uri="{FF2B5EF4-FFF2-40B4-BE49-F238E27FC236}">
                <a16:creationId xmlns:a16="http://schemas.microsoft.com/office/drawing/2014/main" id="{B84D6FDD-433B-DE60-5008-8F7E4B98CD36}"/>
              </a:ext>
            </a:extLst>
          </p:cNvPr>
          <p:cNvSpPr>
            <a:spLocks noGrp="1"/>
          </p:cNvSpPr>
          <p:nvPr>
            <p:ph type="title"/>
          </p:nvPr>
        </p:nvSpPr>
        <p:spPr/>
        <p:txBody>
          <a:bodyPr>
            <a:normAutofit fontScale="90000"/>
          </a:bodyPr>
          <a:lstStyle/>
          <a:p>
            <a:r>
              <a:rPr lang="en-US" altLang="ja-JP" dirty="0"/>
              <a:t>【</a:t>
            </a:r>
            <a:r>
              <a:rPr lang="ja-JP" altLang="en-US" dirty="0"/>
              <a:t>参考</a:t>
            </a:r>
            <a:r>
              <a:rPr lang="en-US" altLang="ja-JP" dirty="0"/>
              <a:t>】</a:t>
            </a:r>
            <a:r>
              <a:rPr lang="ja-JP" altLang="en-US" dirty="0"/>
              <a:t> </a:t>
            </a:r>
            <a:r>
              <a:rPr lang="en-US" altLang="ja-JP" dirty="0"/>
              <a:t>RAG </a:t>
            </a:r>
            <a:r>
              <a:rPr lang="en-US" altLang="ja-JP" sz="3600" dirty="0"/>
              <a:t>(</a:t>
            </a:r>
            <a:r>
              <a:rPr lang="en-US" altLang="ja-JP" sz="3600" b="1" dirty="0"/>
              <a:t>Retrieval-Augmented Generation)</a:t>
            </a:r>
            <a:br>
              <a:rPr lang="en-US" altLang="ja-JP" b="1" dirty="0"/>
            </a:br>
            <a:endParaRPr kumimoji="1" lang="ja-JP" altLang="en-US" dirty="0"/>
          </a:p>
        </p:txBody>
      </p:sp>
      <p:sp>
        <p:nvSpPr>
          <p:cNvPr id="4" name="スライド番号プレースホルダー 3">
            <a:extLst>
              <a:ext uri="{FF2B5EF4-FFF2-40B4-BE49-F238E27FC236}">
                <a16:creationId xmlns:a16="http://schemas.microsoft.com/office/drawing/2014/main" id="{E86C4FC8-BB0A-600B-FD7D-CF46E43CE305}"/>
              </a:ext>
            </a:extLst>
          </p:cNvPr>
          <p:cNvSpPr>
            <a:spLocks noGrp="1"/>
          </p:cNvSpPr>
          <p:nvPr>
            <p:ph type="sldNum" sz="quarter" idx="11"/>
          </p:nvPr>
        </p:nvSpPr>
        <p:spPr/>
        <p:txBody>
          <a:bodyPr/>
          <a:lstStyle/>
          <a:p>
            <a:fld id="{B01966AA-40F2-4759-97C9-DDA0BED365A6}" type="slidenum">
              <a:rPr kumimoji="1" lang="ja-JP" altLang="en-US" smtClean="0"/>
              <a:pPr/>
              <a:t>34</a:t>
            </a:fld>
            <a:endParaRPr kumimoji="1" lang="ja-JP" altLang="en-US"/>
          </a:p>
        </p:txBody>
      </p:sp>
      <p:pic>
        <p:nvPicPr>
          <p:cNvPr id="1026" name="Picture 2">
            <a:extLst>
              <a:ext uri="{FF2B5EF4-FFF2-40B4-BE49-F238E27FC236}">
                <a16:creationId xmlns:a16="http://schemas.microsoft.com/office/drawing/2014/main" id="{3399D618-79FE-FB65-F495-E7472CDD9C30}"/>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0" y="1889945"/>
            <a:ext cx="9315082" cy="4098394"/>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D31B9F9B-1416-32C1-F31E-E4522B6A5E9B}"/>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9806203" y="985192"/>
            <a:ext cx="2206382" cy="58728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7050951"/>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309FAB80-355D-AE54-4F5D-C3CFB41B82B0}"/>
              </a:ext>
            </a:extLst>
          </p:cNvPr>
          <p:cNvSpPr>
            <a:spLocks noGrp="1"/>
          </p:cNvSpPr>
          <p:nvPr>
            <p:ph type="title"/>
          </p:nvPr>
        </p:nvSpPr>
        <p:spPr/>
        <p:txBody>
          <a:bodyPr/>
          <a:lstStyle/>
          <a:p>
            <a:r>
              <a:rPr lang="en-US" altLang="ja-JP" dirty="0"/>
              <a:t>【</a:t>
            </a:r>
            <a:r>
              <a:rPr lang="ja-JP" altLang="en-US" dirty="0"/>
              <a:t>参考</a:t>
            </a:r>
            <a:r>
              <a:rPr lang="en-US" altLang="ja-JP" dirty="0"/>
              <a:t>】 </a:t>
            </a:r>
            <a:r>
              <a:rPr lang="ja-JP" altLang="en-US" dirty="0"/>
              <a:t>ファインチューニング</a:t>
            </a:r>
            <a:endParaRPr kumimoji="1" lang="ja-JP" altLang="en-US" dirty="0"/>
          </a:p>
        </p:txBody>
      </p:sp>
      <p:sp>
        <p:nvSpPr>
          <p:cNvPr id="4" name="スライド番号プレースホルダー 3">
            <a:extLst>
              <a:ext uri="{FF2B5EF4-FFF2-40B4-BE49-F238E27FC236}">
                <a16:creationId xmlns:a16="http://schemas.microsoft.com/office/drawing/2014/main" id="{3BFEBA35-F5F8-F1D8-175C-75353D6DB7F0}"/>
              </a:ext>
            </a:extLst>
          </p:cNvPr>
          <p:cNvSpPr>
            <a:spLocks noGrp="1"/>
          </p:cNvSpPr>
          <p:nvPr>
            <p:ph type="sldNum" sz="quarter" idx="11"/>
          </p:nvPr>
        </p:nvSpPr>
        <p:spPr/>
        <p:txBody>
          <a:bodyPr/>
          <a:lstStyle/>
          <a:p>
            <a:fld id="{B01966AA-40F2-4759-97C9-DDA0BED365A6}" type="slidenum">
              <a:rPr kumimoji="1" lang="ja-JP" altLang="en-US" smtClean="0"/>
              <a:pPr/>
              <a:t>35</a:t>
            </a:fld>
            <a:endParaRPr kumimoji="1" lang="ja-JP" altLang="en-US"/>
          </a:p>
        </p:txBody>
      </p:sp>
      <p:pic>
        <p:nvPicPr>
          <p:cNvPr id="2052" name="Picture 4">
            <a:extLst>
              <a:ext uri="{FF2B5EF4-FFF2-40B4-BE49-F238E27FC236}">
                <a16:creationId xmlns:a16="http://schemas.microsoft.com/office/drawing/2014/main" id="{63257E43-C078-9F6B-3285-DCA3493316F9}"/>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41101" y="1371600"/>
            <a:ext cx="11954650" cy="5113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6319751"/>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hape 2">
            <a:extLst>
              <a:ext uri="{FF2B5EF4-FFF2-40B4-BE49-F238E27FC236}">
                <a16:creationId xmlns:a16="http://schemas.microsoft.com/office/drawing/2014/main" id="{929DDA1A-5FF0-0F5D-4379-4D84509782D1}"/>
              </a:ext>
            </a:extLst>
          </p:cNvPr>
          <p:cNvSpPr/>
          <p:nvPr/>
        </p:nvSpPr>
        <p:spPr>
          <a:xfrm>
            <a:off x="-1" y="1136996"/>
            <a:ext cx="12187264" cy="3188633"/>
          </a:xfrm>
          <a:prstGeom prst="rect">
            <a:avLst/>
          </a:prstGeom>
          <a:solidFill>
            <a:srgbClr val="FFFFFF">
              <a:alpha val="95000"/>
            </a:srgbClr>
          </a:solidFill>
          <a:ln w="99">
            <a:solidFill>
              <a:srgbClr val="FFFFFF">
                <a:alpha val="20000"/>
              </a:srgbClr>
            </a:solidFill>
            <a:prstDash val="solid"/>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11" name="Shape 3">
            <a:extLst>
              <a:ext uri="{FF2B5EF4-FFF2-40B4-BE49-F238E27FC236}">
                <a16:creationId xmlns:a16="http://schemas.microsoft.com/office/drawing/2014/main" id="{2EBBCCB0-FBC8-0645-2F58-36E0AE33DAF0}"/>
              </a:ext>
            </a:extLst>
          </p:cNvPr>
          <p:cNvSpPr/>
          <p:nvPr/>
        </p:nvSpPr>
        <p:spPr>
          <a:xfrm>
            <a:off x="-1" y="1136996"/>
            <a:ext cx="12187264" cy="552942"/>
          </a:xfrm>
          <a:prstGeom prst="rect">
            <a:avLst/>
          </a:prstGeom>
          <a:solidFill>
            <a:srgbClr val="764BA2"/>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12" name="Text 4">
            <a:extLst>
              <a:ext uri="{FF2B5EF4-FFF2-40B4-BE49-F238E27FC236}">
                <a16:creationId xmlns:a16="http://schemas.microsoft.com/office/drawing/2014/main" id="{A383AF95-5D70-6F80-C372-F3043A5F3363}"/>
              </a:ext>
            </a:extLst>
          </p:cNvPr>
          <p:cNvSpPr/>
          <p:nvPr/>
        </p:nvSpPr>
        <p:spPr>
          <a:xfrm>
            <a:off x="-1" y="1083159"/>
            <a:ext cx="890244" cy="660624"/>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buNone/>
            </a:pPr>
            <a:r>
              <a:rPr lang="en-US" sz="2400" b="1" dirty="0">
                <a:solidFill>
                  <a:srgbClr val="FFFFFF"/>
                </a:solidFill>
                <a:latin typeface="BIZ UDPゴシック" panose="020B0400000000000000" pitchFamily="50" charset="-128"/>
                <a:ea typeface="BIZ UDPゴシック" panose="020B0400000000000000" pitchFamily="50" charset="-128"/>
                <a:cs typeface="Noto Sans" pitchFamily="34" charset="-120"/>
              </a:rPr>
              <a:t>特徴</a:t>
            </a:r>
            <a:endParaRPr lang="en-US" sz="2400" dirty="0">
              <a:latin typeface="BIZ UDPゴシック" panose="020B0400000000000000" pitchFamily="50" charset="-128"/>
              <a:ea typeface="BIZ UDPゴシック" panose="020B0400000000000000" pitchFamily="50" charset="-128"/>
            </a:endParaRPr>
          </a:p>
        </p:txBody>
      </p:sp>
      <p:pic>
        <p:nvPicPr>
          <p:cNvPr id="13" name="Image 1">
            <a:extLst>
              <a:ext uri="{FF2B5EF4-FFF2-40B4-BE49-F238E27FC236}">
                <a16:creationId xmlns:a16="http://schemas.microsoft.com/office/drawing/2014/main" id="{99129320-7926-55B3-FEF8-7FAEC80F0D9A}"/>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389344" y="1310091"/>
            <a:ext cx="238032" cy="165883"/>
          </a:xfrm>
          <a:prstGeom prst="rect">
            <a:avLst/>
          </a:prstGeom>
        </p:spPr>
      </p:pic>
      <p:sp>
        <p:nvSpPr>
          <p:cNvPr id="14" name="Text 5">
            <a:extLst>
              <a:ext uri="{FF2B5EF4-FFF2-40B4-BE49-F238E27FC236}">
                <a16:creationId xmlns:a16="http://schemas.microsoft.com/office/drawing/2014/main" id="{4E17AFD1-12A4-DF5D-D89E-E6878F7DCD6C}"/>
              </a:ext>
            </a:extLst>
          </p:cNvPr>
          <p:cNvSpPr/>
          <p:nvPr/>
        </p:nvSpPr>
        <p:spPr>
          <a:xfrm>
            <a:off x="1756728" y="1202681"/>
            <a:ext cx="3490070" cy="378853"/>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400" b="1" dirty="0">
                <a:solidFill>
                  <a:srgbClr val="FFFFFF"/>
                </a:solidFill>
                <a:latin typeface="BIZ UDPゴシック" panose="020B0400000000000000" pitchFamily="50" charset="-128"/>
                <a:ea typeface="BIZ UDPゴシック" panose="020B0400000000000000" pitchFamily="50" charset="-128"/>
                <a:cs typeface="Noto Sans" pitchFamily="34" charset="-120"/>
              </a:rPr>
              <a:t>Agent2Agent (A2A)</a:t>
            </a:r>
            <a:endParaRPr lang="en-US" sz="2400" dirty="0">
              <a:latin typeface="BIZ UDPゴシック" panose="020B0400000000000000" pitchFamily="50" charset="-128"/>
              <a:ea typeface="BIZ UDPゴシック" panose="020B0400000000000000" pitchFamily="50" charset="-128"/>
            </a:endParaRPr>
          </a:p>
        </p:txBody>
      </p:sp>
      <p:pic>
        <p:nvPicPr>
          <p:cNvPr id="15" name="Image 2">
            <a:extLst>
              <a:ext uri="{FF2B5EF4-FFF2-40B4-BE49-F238E27FC236}">
                <a16:creationId xmlns:a16="http://schemas.microsoft.com/office/drawing/2014/main" id="{AC704BCB-C05A-81F9-AA96-3BAC2E127281}"/>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419621" y="1321611"/>
            <a:ext cx="238032" cy="165883"/>
          </a:xfrm>
          <a:prstGeom prst="rect">
            <a:avLst/>
          </a:prstGeom>
        </p:spPr>
      </p:pic>
      <p:sp>
        <p:nvSpPr>
          <p:cNvPr id="16" name="Text 6">
            <a:extLst>
              <a:ext uri="{FF2B5EF4-FFF2-40B4-BE49-F238E27FC236}">
                <a16:creationId xmlns:a16="http://schemas.microsoft.com/office/drawing/2014/main" id="{6A47927D-62AA-616C-67D1-6D2235D1A243}"/>
              </a:ext>
            </a:extLst>
          </p:cNvPr>
          <p:cNvSpPr/>
          <p:nvPr/>
        </p:nvSpPr>
        <p:spPr>
          <a:xfrm>
            <a:off x="6738694" y="1224044"/>
            <a:ext cx="5448569" cy="378853"/>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400" b="1" dirty="0">
                <a:solidFill>
                  <a:srgbClr val="FFFFFF"/>
                </a:solidFill>
                <a:latin typeface="BIZ UDPゴシック" panose="020B0400000000000000" pitchFamily="50" charset="-128"/>
                <a:ea typeface="BIZ UDPゴシック" panose="020B0400000000000000" pitchFamily="50" charset="-128"/>
                <a:cs typeface="Noto Sans" pitchFamily="34" charset="-120"/>
              </a:rPr>
              <a:t>Model Context Protocol (MCP)</a:t>
            </a:r>
            <a:endParaRPr lang="en-US" sz="2400" dirty="0">
              <a:latin typeface="BIZ UDPゴシック" panose="020B0400000000000000" pitchFamily="50" charset="-128"/>
              <a:ea typeface="BIZ UDPゴシック" panose="020B0400000000000000" pitchFamily="50" charset="-128"/>
            </a:endParaRPr>
          </a:p>
        </p:txBody>
      </p:sp>
      <p:sp>
        <p:nvSpPr>
          <p:cNvPr id="17" name="Shape 7">
            <a:extLst>
              <a:ext uri="{FF2B5EF4-FFF2-40B4-BE49-F238E27FC236}">
                <a16:creationId xmlns:a16="http://schemas.microsoft.com/office/drawing/2014/main" id="{A4121180-70AF-9DAD-53C6-93BAC6245453}"/>
              </a:ext>
            </a:extLst>
          </p:cNvPr>
          <p:cNvSpPr/>
          <p:nvPr/>
        </p:nvSpPr>
        <p:spPr>
          <a:xfrm>
            <a:off x="-1" y="1689938"/>
            <a:ext cx="1197890" cy="520687"/>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18" name="Text 8">
            <a:extLst>
              <a:ext uri="{FF2B5EF4-FFF2-40B4-BE49-F238E27FC236}">
                <a16:creationId xmlns:a16="http://schemas.microsoft.com/office/drawing/2014/main" id="{6412B833-9786-A92A-D2FA-41D160C0289D}"/>
              </a:ext>
            </a:extLst>
          </p:cNvPr>
          <p:cNvSpPr/>
          <p:nvPr/>
        </p:nvSpPr>
        <p:spPr>
          <a:xfrm>
            <a:off x="-1" y="1651541"/>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目的</a:t>
            </a:r>
            <a:endParaRPr lang="en-US" sz="2000" dirty="0">
              <a:latin typeface="BIZ UDPゴシック" panose="020B0400000000000000" pitchFamily="50" charset="-128"/>
              <a:ea typeface="BIZ UDPゴシック" panose="020B0400000000000000" pitchFamily="50" charset="-128"/>
            </a:endParaRPr>
          </a:p>
        </p:txBody>
      </p:sp>
      <p:sp>
        <p:nvSpPr>
          <p:cNvPr id="19" name="Shape 9">
            <a:extLst>
              <a:ext uri="{FF2B5EF4-FFF2-40B4-BE49-F238E27FC236}">
                <a16:creationId xmlns:a16="http://schemas.microsoft.com/office/drawing/2014/main" id="{B9C1BA8E-8A16-D150-57BD-501FE77E855A}"/>
              </a:ext>
            </a:extLst>
          </p:cNvPr>
          <p:cNvSpPr/>
          <p:nvPr/>
        </p:nvSpPr>
        <p:spPr>
          <a:xfrm>
            <a:off x="1197889" y="1689938"/>
            <a:ext cx="5019346" cy="520687"/>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0" name="Text 10">
            <a:extLst>
              <a:ext uri="{FF2B5EF4-FFF2-40B4-BE49-F238E27FC236}">
                <a16:creationId xmlns:a16="http://schemas.microsoft.com/office/drawing/2014/main" id="{26168F94-4764-A163-9E42-04E86F1CF629}"/>
              </a:ext>
            </a:extLst>
          </p:cNvPr>
          <p:cNvSpPr/>
          <p:nvPr/>
        </p:nvSpPr>
        <p:spPr>
          <a:xfrm>
            <a:off x="1197889" y="1651541"/>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エージェント間の相互運用と協調作業</a:t>
            </a:r>
            <a:endParaRPr lang="en-US" sz="2000" dirty="0">
              <a:latin typeface="BIZ UDPゴシック" panose="020B0400000000000000" pitchFamily="50" charset="-128"/>
              <a:ea typeface="BIZ UDPゴシック" panose="020B0400000000000000" pitchFamily="50" charset="-128"/>
            </a:endParaRPr>
          </a:p>
        </p:txBody>
      </p:sp>
      <p:sp>
        <p:nvSpPr>
          <p:cNvPr id="21" name="Shape 11">
            <a:extLst>
              <a:ext uri="{FF2B5EF4-FFF2-40B4-BE49-F238E27FC236}">
                <a16:creationId xmlns:a16="http://schemas.microsoft.com/office/drawing/2014/main" id="{664E91A0-EB9A-FE30-9FF9-6B772AE7F34B}"/>
              </a:ext>
            </a:extLst>
          </p:cNvPr>
          <p:cNvSpPr/>
          <p:nvPr/>
        </p:nvSpPr>
        <p:spPr>
          <a:xfrm>
            <a:off x="6217235" y="1689938"/>
            <a:ext cx="5970028" cy="520687"/>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2" name="Text 12">
            <a:extLst>
              <a:ext uri="{FF2B5EF4-FFF2-40B4-BE49-F238E27FC236}">
                <a16:creationId xmlns:a16="http://schemas.microsoft.com/office/drawing/2014/main" id="{9D61E8CB-BFF3-683B-9715-3C68D04296C6}"/>
              </a:ext>
            </a:extLst>
          </p:cNvPr>
          <p:cNvSpPr/>
          <p:nvPr/>
        </p:nvSpPr>
        <p:spPr>
          <a:xfrm>
            <a:off x="6217235" y="1651541"/>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AIモデルと外部システムの接続とコンテキスト提供</a:t>
            </a:r>
            <a:endParaRPr lang="en-US" sz="2000" dirty="0">
              <a:latin typeface="BIZ UDPゴシック" panose="020B0400000000000000" pitchFamily="50" charset="-128"/>
              <a:ea typeface="BIZ UDPゴシック" panose="020B0400000000000000" pitchFamily="50" charset="-128"/>
            </a:endParaRPr>
          </a:p>
        </p:txBody>
      </p:sp>
      <p:sp>
        <p:nvSpPr>
          <p:cNvPr id="23" name="Shape 13">
            <a:extLst>
              <a:ext uri="{FF2B5EF4-FFF2-40B4-BE49-F238E27FC236}">
                <a16:creationId xmlns:a16="http://schemas.microsoft.com/office/drawing/2014/main" id="{7AC3E891-BFB2-211F-90FB-E6FEEF343479}"/>
              </a:ext>
            </a:extLst>
          </p:cNvPr>
          <p:cNvSpPr/>
          <p:nvPr/>
        </p:nvSpPr>
        <p:spPr>
          <a:xfrm>
            <a:off x="-1" y="2210625"/>
            <a:ext cx="1197890" cy="525295"/>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4" name="Text 14">
            <a:extLst>
              <a:ext uri="{FF2B5EF4-FFF2-40B4-BE49-F238E27FC236}">
                <a16:creationId xmlns:a16="http://schemas.microsoft.com/office/drawing/2014/main" id="{4BB14E9B-44CE-1C04-FE6D-9E7A599AB509}"/>
              </a:ext>
            </a:extLst>
          </p:cNvPr>
          <p:cNvSpPr/>
          <p:nvPr/>
        </p:nvSpPr>
        <p:spPr>
          <a:xfrm>
            <a:off x="-1" y="2174534"/>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対象</a:t>
            </a:r>
            <a:endParaRPr lang="en-US" sz="2000" dirty="0">
              <a:latin typeface="BIZ UDPゴシック" panose="020B0400000000000000" pitchFamily="50" charset="-128"/>
              <a:ea typeface="BIZ UDPゴシック" panose="020B0400000000000000" pitchFamily="50" charset="-128"/>
            </a:endParaRPr>
          </a:p>
        </p:txBody>
      </p:sp>
      <p:sp>
        <p:nvSpPr>
          <p:cNvPr id="25" name="Shape 15">
            <a:extLst>
              <a:ext uri="{FF2B5EF4-FFF2-40B4-BE49-F238E27FC236}">
                <a16:creationId xmlns:a16="http://schemas.microsoft.com/office/drawing/2014/main" id="{31E4785C-045D-29CF-2A79-F16C16BAFF09}"/>
              </a:ext>
            </a:extLst>
          </p:cNvPr>
          <p:cNvSpPr/>
          <p:nvPr/>
        </p:nvSpPr>
        <p:spPr>
          <a:xfrm>
            <a:off x="1197889" y="2210625"/>
            <a:ext cx="5019346" cy="525295"/>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6" name="Text 16">
            <a:extLst>
              <a:ext uri="{FF2B5EF4-FFF2-40B4-BE49-F238E27FC236}">
                <a16:creationId xmlns:a16="http://schemas.microsoft.com/office/drawing/2014/main" id="{15F385D0-C1F8-5BC2-6780-173B361DA76B}"/>
              </a:ext>
            </a:extLst>
          </p:cNvPr>
          <p:cNvSpPr/>
          <p:nvPr/>
        </p:nvSpPr>
        <p:spPr>
          <a:xfrm>
            <a:off x="1197889" y="2174534"/>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異なるエージェント間</a:t>
            </a:r>
            <a:endParaRPr lang="en-US" sz="2000" dirty="0">
              <a:latin typeface="BIZ UDPゴシック" panose="020B0400000000000000" pitchFamily="50" charset="-128"/>
              <a:ea typeface="BIZ UDPゴシック" panose="020B0400000000000000" pitchFamily="50" charset="-128"/>
            </a:endParaRPr>
          </a:p>
        </p:txBody>
      </p:sp>
      <p:sp>
        <p:nvSpPr>
          <p:cNvPr id="27" name="Shape 17">
            <a:extLst>
              <a:ext uri="{FF2B5EF4-FFF2-40B4-BE49-F238E27FC236}">
                <a16:creationId xmlns:a16="http://schemas.microsoft.com/office/drawing/2014/main" id="{731FD1F5-E5E8-CB99-E35A-2D03BD3A2ABA}"/>
              </a:ext>
            </a:extLst>
          </p:cNvPr>
          <p:cNvSpPr/>
          <p:nvPr/>
        </p:nvSpPr>
        <p:spPr>
          <a:xfrm>
            <a:off x="6217235" y="2210625"/>
            <a:ext cx="5970028" cy="525295"/>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8" name="Text 18">
            <a:extLst>
              <a:ext uri="{FF2B5EF4-FFF2-40B4-BE49-F238E27FC236}">
                <a16:creationId xmlns:a16="http://schemas.microsoft.com/office/drawing/2014/main" id="{222B3001-3FF8-D078-269E-FB00DF912824}"/>
              </a:ext>
            </a:extLst>
          </p:cNvPr>
          <p:cNvSpPr/>
          <p:nvPr/>
        </p:nvSpPr>
        <p:spPr>
          <a:xfrm>
            <a:off x="6217235" y="2174534"/>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AIモデルと外部のツール/データソース</a:t>
            </a:r>
            <a:endParaRPr lang="en-US" sz="2000" dirty="0">
              <a:latin typeface="BIZ UDPゴシック" panose="020B0400000000000000" pitchFamily="50" charset="-128"/>
              <a:ea typeface="BIZ UDPゴシック" panose="020B0400000000000000" pitchFamily="50" charset="-128"/>
            </a:endParaRPr>
          </a:p>
        </p:txBody>
      </p:sp>
      <p:sp>
        <p:nvSpPr>
          <p:cNvPr id="29" name="Shape 19">
            <a:extLst>
              <a:ext uri="{FF2B5EF4-FFF2-40B4-BE49-F238E27FC236}">
                <a16:creationId xmlns:a16="http://schemas.microsoft.com/office/drawing/2014/main" id="{EA21920C-5040-763E-9694-A1E6F6795630}"/>
              </a:ext>
            </a:extLst>
          </p:cNvPr>
          <p:cNvSpPr/>
          <p:nvPr/>
        </p:nvSpPr>
        <p:spPr>
          <a:xfrm>
            <a:off x="-1" y="2735920"/>
            <a:ext cx="1197890" cy="525295"/>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0" name="Text 20">
            <a:extLst>
              <a:ext uri="{FF2B5EF4-FFF2-40B4-BE49-F238E27FC236}">
                <a16:creationId xmlns:a16="http://schemas.microsoft.com/office/drawing/2014/main" id="{57E5F956-6575-633C-CEC9-D7D9C69B26A6}"/>
              </a:ext>
            </a:extLst>
          </p:cNvPr>
          <p:cNvSpPr/>
          <p:nvPr/>
        </p:nvSpPr>
        <p:spPr>
          <a:xfrm>
            <a:off x="-1" y="2699829"/>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焦点</a:t>
            </a:r>
            <a:endParaRPr lang="en-US" sz="2000" dirty="0">
              <a:latin typeface="BIZ UDPゴシック" panose="020B0400000000000000" pitchFamily="50" charset="-128"/>
              <a:ea typeface="BIZ UDPゴシック" panose="020B0400000000000000" pitchFamily="50" charset="-128"/>
            </a:endParaRPr>
          </a:p>
        </p:txBody>
      </p:sp>
      <p:sp>
        <p:nvSpPr>
          <p:cNvPr id="31" name="Shape 21">
            <a:extLst>
              <a:ext uri="{FF2B5EF4-FFF2-40B4-BE49-F238E27FC236}">
                <a16:creationId xmlns:a16="http://schemas.microsoft.com/office/drawing/2014/main" id="{927075FF-21D5-DF8C-AC38-24B88703576F}"/>
              </a:ext>
            </a:extLst>
          </p:cNvPr>
          <p:cNvSpPr/>
          <p:nvPr/>
        </p:nvSpPr>
        <p:spPr>
          <a:xfrm>
            <a:off x="1197889" y="2735920"/>
            <a:ext cx="5019346" cy="525295"/>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2" name="Text 22">
            <a:extLst>
              <a:ext uri="{FF2B5EF4-FFF2-40B4-BE49-F238E27FC236}">
                <a16:creationId xmlns:a16="http://schemas.microsoft.com/office/drawing/2014/main" id="{1E9A204B-C5C4-F409-3BEE-6839EA1D5894}"/>
              </a:ext>
            </a:extLst>
          </p:cNvPr>
          <p:cNvSpPr/>
          <p:nvPr/>
        </p:nvSpPr>
        <p:spPr>
          <a:xfrm>
            <a:off x="1197889" y="2699829"/>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エージェント間の「会話と協力」</a:t>
            </a:r>
            <a:endParaRPr lang="en-US" sz="2000" dirty="0">
              <a:latin typeface="BIZ UDPゴシック" panose="020B0400000000000000" pitchFamily="50" charset="-128"/>
              <a:ea typeface="BIZ UDPゴシック" panose="020B0400000000000000" pitchFamily="50" charset="-128"/>
            </a:endParaRPr>
          </a:p>
        </p:txBody>
      </p:sp>
      <p:sp>
        <p:nvSpPr>
          <p:cNvPr id="33" name="Shape 23">
            <a:extLst>
              <a:ext uri="{FF2B5EF4-FFF2-40B4-BE49-F238E27FC236}">
                <a16:creationId xmlns:a16="http://schemas.microsoft.com/office/drawing/2014/main" id="{BCB5EB5B-B5C5-FA9C-26B4-A6C79782452C}"/>
              </a:ext>
            </a:extLst>
          </p:cNvPr>
          <p:cNvSpPr/>
          <p:nvPr/>
        </p:nvSpPr>
        <p:spPr>
          <a:xfrm>
            <a:off x="6217235" y="2735920"/>
            <a:ext cx="5970028" cy="525295"/>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4" name="Text 24">
            <a:extLst>
              <a:ext uri="{FF2B5EF4-FFF2-40B4-BE49-F238E27FC236}">
                <a16:creationId xmlns:a16="http://schemas.microsoft.com/office/drawing/2014/main" id="{0DC7094B-BF59-4533-A8D8-61E84FFF65E4}"/>
              </a:ext>
            </a:extLst>
          </p:cNvPr>
          <p:cNvSpPr/>
          <p:nvPr/>
        </p:nvSpPr>
        <p:spPr>
          <a:xfrm>
            <a:off x="6217235" y="2699829"/>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エージェントとツールの「接続」</a:t>
            </a:r>
            <a:endParaRPr lang="en-US" sz="2000" dirty="0">
              <a:latin typeface="BIZ UDPゴシック" panose="020B0400000000000000" pitchFamily="50" charset="-128"/>
              <a:ea typeface="BIZ UDPゴシック" panose="020B0400000000000000" pitchFamily="50" charset="-128"/>
            </a:endParaRPr>
          </a:p>
        </p:txBody>
      </p:sp>
      <p:sp>
        <p:nvSpPr>
          <p:cNvPr id="35" name="Shape 25">
            <a:extLst>
              <a:ext uri="{FF2B5EF4-FFF2-40B4-BE49-F238E27FC236}">
                <a16:creationId xmlns:a16="http://schemas.microsoft.com/office/drawing/2014/main" id="{01E772A2-6697-0529-4D94-F7F68C62A5A3}"/>
              </a:ext>
            </a:extLst>
          </p:cNvPr>
          <p:cNvSpPr/>
          <p:nvPr/>
        </p:nvSpPr>
        <p:spPr>
          <a:xfrm>
            <a:off x="-1" y="3261214"/>
            <a:ext cx="1197890" cy="525295"/>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6" name="Text 26">
            <a:extLst>
              <a:ext uri="{FF2B5EF4-FFF2-40B4-BE49-F238E27FC236}">
                <a16:creationId xmlns:a16="http://schemas.microsoft.com/office/drawing/2014/main" id="{6C5FF4AD-7309-AEA8-FAB9-FB91DBF69096}"/>
              </a:ext>
            </a:extLst>
          </p:cNvPr>
          <p:cNvSpPr/>
          <p:nvPr/>
        </p:nvSpPr>
        <p:spPr>
          <a:xfrm>
            <a:off x="-1" y="3225123"/>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機能</a:t>
            </a:r>
            <a:endParaRPr lang="en-US" sz="2000" dirty="0">
              <a:latin typeface="BIZ UDPゴシック" panose="020B0400000000000000" pitchFamily="50" charset="-128"/>
              <a:ea typeface="BIZ UDPゴシック" panose="020B0400000000000000" pitchFamily="50" charset="-128"/>
            </a:endParaRPr>
          </a:p>
        </p:txBody>
      </p:sp>
      <p:sp>
        <p:nvSpPr>
          <p:cNvPr id="37" name="Shape 27">
            <a:extLst>
              <a:ext uri="{FF2B5EF4-FFF2-40B4-BE49-F238E27FC236}">
                <a16:creationId xmlns:a16="http://schemas.microsoft.com/office/drawing/2014/main" id="{353D10C4-D4F5-1674-727F-C0B7BA1A0136}"/>
              </a:ext>
            </a:extLst>
          </p:cNvPr>
          <p:cNvSpPr/>
          <p:nvPr/>
        </p:nvSpPr>
        <p:spPr>
          <a:xfrm>
            <a:off x="1197889" y="3261214"/>
            <a:ext cx="5019346" cy="525295"/>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8" name="Text 28">
            <a:extLst>
              <a:ext uri="{FF2B5EF4-FFF2-40B4-BE49-F238E27FC236}">
                <a16:creationId xmlns:a16="http://schemas.microsoft.com/office/drawing/2014/main" id="{ACFD4234-1CE3-E32A-8961-5970436CAC0A}"/>
              </a:ext>
            </a:extLst>
          </p:cNvPr>
          <p:cNvSpPr/>
          <p:nvPr/>
        </p:nvSpPr>
        <p:spPr>
          <a:xfrm>
            <a:off x="1197889" y="3225123"/>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目標交換、状態管理、アクション呼び出し</a:t>
            </a:r>
            <a:endParaRPr lang="en-US" sz="2000" dirty="0">
              <a:latin typeface="BIZ UDPゴシック" panose="020B0400000000000000" pitchFamily="50" charset="-128"/>
              <a:ea typeface="BIZ UDPゴシック" panose="020B0400000000000000" pitchFamily="50" charset="-128"/>
            </a:endParaRPr>
          </a:p>
        </p:txBody>
      </p:sp>
      <p:sp>
        <p:nvSpPr>
          <p:cNvPr id="39" name="Shape 29">
            <a:extLst>
              <a:ext uri="{FF2B5EF4-FFF2-40B4-BE49-F238E27FC236}">
                <a16:creationId xmlns:a16="http://schemas.microsoft.com/office/drawing/2014/main" id="{640EAB85-A70E-AF8C-070A-A181C15E7E6F}"/>
              </a:ext>
            </a:extLst>
          </p:cNvPr>
          <p:cNvSpPr/>
          <p:nvPr/>
        </p:nvSpPr>
        <p:spPr>
          <a:xfrm>
            <a:off x="6217235" y="3261214"/>
            <a:ext cx="5970028" cy="525295"/>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0" name="Text 30">
            <a:extLst>
              <a:ext uri="{FF2B5EF4-FFF2-40B4-BE49-F238E27FC236}">
                <a16:creationId xmlns:a16="http://schemas.microsoft.com/office/drawing/2014/main" id="{7DCA204C-C1D6-511C-666B-22599A6531F2}"/>
              </a:ext>
            </a:extLst>
          </p:cNvPr>
          <p:cNvSpPr/>
          <p:nvPr/>
        </p:nvSpPr>
        <p:spPr>
          <a:xfrm>
            <a:off x="6217235" y="3225123"/>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構造化された呼び出し、コンテキスト提供</a:t>
            </a:r>
            <a:endParaRPr lang="en-US" sz="2000" dirty="0">
              <a:latin typeface="BIZ UDPゴシック" panose="020B0400000000000000" pitchFamily="50" charset="-128"/>
              <a:ea typeface="BIZ UDPゴシック" panose="020B0400000000000000" pitchFamily="50" charset="-128"/>
            </a:endParaRPr>
          </a:p>
        </p:txBody>
      </p:sp>
      <p:sp>
        <p:nvSpPr>
          <p:cNvPr id="41" name="Shape 31">
            <a:extLst>
              <a:ext uri="{FF2B5EF4-FFF2-40B4-BE49-F238E27FC236}">
                <a16:creationId xmlns:a16="http://schemas.microsoft.com/office/drawing/2014/main" id="{27BB41BB-3CC3-3D5C-B73C-C72D0D9FEDD2}"/>
              </a:ext>
            </a:extLst>
          </p:cNvPr>
          <p:cNvSpPr/>
          <p:nvPr/>
        </p:nvSpPr>
        <p:spPr>
          <a:xfrm>
            <a:off x="-1" y="3786509"/>
            <a:ext cx="1197890" cy="520687"/>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2" name="Text 32">
            <a:extLst>
              <a:ext uri="{FF2B5EF4-FFF2-40B4-BE49-F238E27FC236}">
                <a16:creationId xmlns:a16="http://schemas.microsoft.com/office/drawing/2014/main" id="{59C6BB9E-7C6F-BD08-4D45-8261ED130B61}"/>
              </a:ext>
            </a:extLst>
          </p:cNvPr>
          <p:cNvSpPr/>
          <p:nvPr/>
        </p:nvSpPr>
        <p:spPr>
          <a:xfrm>
            <a:off x="-1" y="3748114"/>
            <a:ext cx="104413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関係性</a:t>
            </a:r>
            <a:endParaRPr lang="en-US" sz="2000" dirty="0">
              <a:latin typeface="BIZ UDPゴシック" panose="020B0400000000000000" pitchFamily="50" charset="-128"/>
              <a:ea typeface="BIZ UDPゴシック" panose="020B0400000000000000" pitchFamily="50" charset="-128"/>
            </a:endParaRPr>
          </a:p>
        </p:txBody>
      </p:sp>
      <p:sp>
        <p:nvSpPr>
          <p:cNvPr id="43" name="Shape 33">
            <a:extLst>
              <a:ext uri="{FF2B5EF4-FFF2-40B4-BE49-F238E27FC236}">
                <a16:creationId xmlns:a16="http://schemas.microsoft.com/office/drawing/2014/main" id="{CF82D1E8-3C81-563D-D74A-8C852791CCD4}"/>
              </a:ext>
            </a:extLst>
          </p:cNvPr>
          <p:cNvSpPr/>
          <p:nvPr/>
        </p:nvSpPr>
        <p:spPr>
          <a:xfrm>
            <a:off x="1197889" y="3786509"/>
            <a:ext cx="5019346" cy="520687"/>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4" name="Text 34">
            <a:extLst>
              <a:ext uri="{FF2B5EF4-FFF2-40B4-BE49-F238E27FC236}">
                <a16:creationId xmlns:a16="http://schemas.microsoft.com/office/drawing/2014/main" id="{B55A777E-C661-F253-360E-3CF1B7D156D3}"/>
              </a:ext>
            </a:extLst>
          </p:cNvPr>
          <p:cNvSpPr/>
          <p:nvPr/>
        </p:nvSpPr>
        <p:spPr>
          <a:xfrm>
            <a:off x="1197889" y="3748114"/>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MCPを補完し、その上に構築される</a:t>
            </a:r>
            <a:endParaRPr lang="en-US" sz="2000" dirty="0">
              <a:latin typeface="BIZ UDPゴシック" panose="020B0400000000000000" pitchFamily="50" charset="-128"/>
              <a:ea typeface="BIZ UDPゴシック" panose="020B0400000000000000" pitchFamily="50" charset="-128"/>
            </a:endParaRPr>
          </a:p>
        </p:txBody>
      </p:sp>
      <p:sp>
        <p:nvSpPr>
          <p:cNvPr id="45" name="Shape 35">
            <a:extLst>
              <a:ext uri="{FF2B5EF4-FFF2-40B4-BE49-F238E27FC236}">
                <a16:creationId xmlns:a16="http://schemas.microsoft.com/office/drawing/2014/main" id="{1CDB1BE0-D4D2-08D4-2E02-35AD33BEE181}"/>
              </a:ext>
            </a:extLst>
          </p:cNvPr>
          <p:cNvSpPr/>
          <p:nvPr/>
        </p:nvSpPr>
        <p:spPr>
          <a:xfrm>
            <a:off x="6217235" y="3786509"/>
            <a:ext cx="5970028" cy="520687"/>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6" name="Text 36">
            <a:extLst>
              <a:ext uri="{FF2B5EF4-FFF2-40B4-BE49-F238E27FC236}">
                <a16:creationId xmlns:a16="http://schemas.microsoft.com/office/drawing/2014/main" id="{B836DF0C-BDAD-1111-99AE-070702B008D4}"/>
              </a:ext>
            </a:extLst>
          </p:cNvPr>
          <p:cNvSpPr/>
          <p:nvPr/>
        </p:nvSpPr>
        <p:spPr>
          <a:xfrm>
            <a:off x="6217235" y="3748114"/>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A2Aの基盤となるコンテキスト共有を提供</a:t>
            </a:r>
            <a:endParaRPr lang="en-US" sz="2000" dirty="0">
              <a:latin typeface="BIZ UDPゴシック" panose="020B0400000000000000" pitchFamily="50" charset="-128"/>
              <a:ea typeface="BIZ UDPゴシック" panose="020B0400000000000000" pitchFamily="50" charset="-128"/>
            </a:endParaRPr>
          </a:p>
        </p:txBody>
      </p:sp>
      <p:pic>
        <p:nvPicPr>
          <p:cNvPr id="48" name="Image 3">
            <a:extLst>
              <a:ext uri="{FF2B5EF4-FFF2-40B4-BE49-F238E27FC236}">
                <a16:creationId xmlns:a16="http://schemas.microsoft.com/office/drawing/2014/main" id="{3B221E3B-75DA-6E97-7039-7FEA489BE35B}"/>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5217955" y="4533269"/>
            <a:ext cx="346821" cy="302121"/>
          </a:xfrm>
          <a:prstGeom prst="rect">
            <a:avLst/>
          </a:prstGeom>
        </p:spPr>
      </p:pic>
      <p:sp>
        <p:nvSpPr>
          <p:cNvPr id="49" name="Text 38">
            <a:extLst>
              <a:ext uri="{FF2B5EF4-FFF2-40B4-BE49-F238E27FC236}">
                <a16:creationId xmlns:a16="http://schemas.microsoft.com/office/drawing/2014/main" id="{C679D07C-97F6-B004-5BF2-5B4747F0EB2E}"/>
              </a:ext>
            </a:extLst>
          </p:cNvPr>
          <p:cNvSpPr/>
          <p:nvPr/>
        </p:nvSpPr>
        <p:spPr>
          <a:xfrm>
            <a:off x="1756728" y="4407988"/>
            <a:ext cx="3281349" cy="505137"/>
          </a:xfrm>
          <a:prstGeom prst="rect">
            <a:avLst/>
          </a:prstGeom>
          <a:noFill/>
          <a:ln/>
        </p:spPr>
        <p:txBody>
          <a:bodyPr wrap="non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200" b="1" dirty="0">
                <a:solidFill>
                  <a:srgbClr val="1D4ED8"/>
                </a:solidFill>
                <a:latin typeface="BIZ UDPゴシック" panose="020B0400000000000000" pitchFamily="50" charset="-128"/>
                <a:ea typeface="BIZ UDPゴシック" panose="020B0400000000000000" pitchFamily="50" charset="-128"/>
                <a:cs typeface="Noto Sans" pitchFamily="34" charset="-120"/>
              </a:rPr>
              <a:t>A2A: 水平的連携</a:t>
            </a:r>
            <a:endParaRPr lang="en-US" sz="3200" dirty="0">
              <a:latin typeface="BIZ UDPゴシック" panose="020B0400000000000000" pitchFamily="50" charset="-128"/>
              <a:ea typeface="BIZ UDPゴシック" panose="020B0400000000000000" pitchFamily="50" charset="-128"/>
            </a:endParaRPr>
          </a:p>
        </p:txBody>
      </p:sp>
      <p:sp>
        <p:nvSpPr>
          <p:cNvPr id="50" name="Shape 39">
            <a:extLst>
              <a:ext uri="{FF2B5EF4-FFF2-40B4-BE49-F238E27FC236}">
                <a16:creationId xmlns:a16="http://schemas.microsoft.com/office/drawing/2014/main" id="{5429D82A-31AD-74E8-DB92-1B66E43B4323}"/>
              </a:ext>
            </a:extLst>
          </p:cNvPr>
          <p:cNvSpPr/>
          <p:nvPr/>
        </p:nvSpPr>
        <p:spPr>
          <a:xfrm>
            <a:off x="2753583" y="5308509"/>
            <a:ext cx="507803" cy="442354"/>
          </a:xfrm>
          <a:prstGeom prst="ellipse">
            <a:avLst/>
          </a:prstGeom>
          <a:solidFill>
            <a:srgbClr val="3B82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51" name="Image 4">
            <a:extLst>
              <a:ext uri="{FF2B5EF4-FFF2-40B4-BE49-F238E27FC236}">
                <a16:creationId xmlns:a16="http://schemas.microsoft.com/office/drawing/2014/main" id="{84066986-DC72-8681-173D-66896ACC0874}"/>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2901693" y="5455960"/>
            <a:ext cx="211584" cy="147451"/>
          </a:xfrm>
          <a:prstGeom prst="rect">
            <a:avLst/>
          </a:prstGeom>
        </p:spPr>
      </p:pic>
      <p:pic>
        <p:nvPicPr>
          <p:cNvPr id="52" name="Image 5">
            <a:extLst>
              <a:ext uri="{FF2B5EF4-FFF2-40B4-BE49-F238E27FC236}">
                <a16:creationId xmlns:a16="http://schemas.microsoft.com/office/drawing/2014/main" id="{E4A0C22A-C460-E47A-1CB6-D0A7DDD6D421}"/>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3430654" y="5405273"/>
            <a:ext cx="253901" cy="221177"/>
          </a:xfrm>
          <a:prstGeom prst="rect">
            <a:avLst/>
          </a:prstGeom>
        </p:spPr>
      </p:pic>
      <p:sp>
        <p:nvSpPr>
          <p:cNvPr id="53" name="Shape 40">
            <a:extLst>
              <a:ext uri="{FF2B5EF4-FFF2-40B4-BE49-F238E27FC236}">
                <a16:creationId xmlns:a16="http://schemas.microsoft.com/office/drawing/2014/main" id="{327FD90C-2CA5-CDDF-3C81-26D74003A48F}"/>
              </a:ext>
            </a:extLst>
          </p:cNvPr>
          <p:cNvSpPr/>
          <p:nvPr/>
        </p:nvSpPr>
        <p:spPr>
          <a:xfrm>
            <a:off x="3853822" y="5308509"/>
            <a:ext cx="507803" cy="442354"/>
          </a:xfrm>
          <a:prstGeom prst="ellipse">
            <a:avLst/>
          </a:prstGeom>
          <a:solidFill>
            <a:srgbClr val="3B82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54" name="Image 6">
            <a:extLst>
              <a:ext uri="{FF2B5EF4-FFF2-40B4-BE49-F238E27FC236}">
                <a16:creationId xmlns:a16="http://schemas.microsoft.com/office/drawing/2014/main" id="{C527F19E-5054-C048-3F0D-605F7A341985}"/>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3996712" y="5421783"/>
            <a:ext cx="211584" cy="147451"/>
          </a:xfrm>
          <a:prstGeom prst="rect">
            <a:avLst/>
          </a:prstGeom>
        </p:spPr>
      </p:pic>
      <p:sp>
        <p:nvSpPr>
          <p:cNvPr id="55" name="Text 41">
            <a:extLst>
              <a:ext uri="{FF2B5EF4-FFF2-40B4-BE49-F238E27FC236}">
                <a16:creationId xmlns:a16="http://schemas.microsoft.com/office/drawing/2014/main" id="{35727A7E-5F30-B7A8-C7DA-AF7076A36D07}"/>
              </a:ext>
            </a:extLst>
          </p:cNvPr>
          <p:cNvSpPr/>
          <p:nvPr/>
        </p:nvSpPr>
        <p:spPr>
          <a:xfrm>
            <a:off x="1197890" y="6348953"/>
            <a:ext cx="5019346" cy="307777"/>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4B5563"/>
                </a:solidFill>
                <a:latin typeface="BIZ UDPゴシック" panose="020B0400000000000000" pitchFamily="50" charset="-128"/>
                <a:ea typeface="BIZ UDPゴシック" panose="020B0400000000000000" pitchFamily="50" charset="-128"/>
                <a:cs typeface="Noto Sans" pitchFamily="34" charset="-120"/>
              </a:rPr>
              <a:t>エージェント同士の直接的な協調</a:t>
            </a:r>
            <a:endParaRPr lang="en-US" sz="2000" dirty="0">
              <a:latin typeface="BIZ UDPゴシック" panose="020B0400000000000000" pitchFamily="50" charset="-128"/>
              <a:ea typeface="BIZ UDPゴシック" panose="020B0400000000000000" pitchFamily="50" charset="-128"/>
            </a:endParaRPr>
          </a:p>
        </p:txBody>
      </p:sp>
      <p:pic>
        <p:nvPicPr>
          <p:cNvPr id="57" name="Image 7">
            <a:extLst>
              <a:ext uri="{FF2B5EF4-FFF2-40B4-BE49-F238E27FC236}">
                <a16:creationId xmlns:a16="http://schemas.microsoft.com/office/drawing/2014/main" id="{FEF3FA68-4CAC-25DE-5157-7E59F3AB8B9A}"/>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11089757" y="4543032"/>
            <a:ext cx="196784" cy="342840"/>
          </a:xfrm>
          <a:prstGeom prst="rect">
            <a:avLst/>
          </a:prstGeom>
        </p:spPr>
      </p:pic>
      <p:sp>
        <p:nvSpPr>
          <p:cNvPr id="58" name="Text 43">
            <a:extLst>
              <a:ext uri="{FF2B5EF4-FFF2-40B4-BE49-F238E27FC236}">
                <a16:creationId xmlns:a16="http://schemas.microsoft.com/office/drawing/2014/main" id="{13871718-C85A-413F-8E87-8D5F22969314}"/>
              </a:ext>
            </a:extLst>
          </p:cNvPr>
          <p:cNvSpPr/>
          <p:nvPr/>
        </p:nvSpPr>
        <p:spPr>
          <a:xfrm>
            <a:off x="7533911" y="4414027"/>
            <a:ext cx="3555846" cy="505137"/>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200" b="1" dirty="0">
                <a:solidFill>
                  <a:srgbClr val="6D28D9"/>
                </a:solidFill>
                <a:latin typeface="BIZ UDPゴシック" panose="020B0400000000000000" pitchFamily="50" charset="-128"/>
                <a:ea typeface="BIZ UDPゴシック" panose="020B0400000000000000" pitchFamily="50" charset="-128"/>
                <a:cs typeface="Noto Sans" pitchFamily="34" charset="-120"/>
              </a:rPr>
              <a:t>MCP: 垂直的連携</a:t>
            </a:r>
            <a:endParaRPr lang="en-US" sz="3200" dirty="0">
              <a:latin typeface="BIZ UDPゴシック" panose="020B0400000000000000" pitchFamily="50" charset="-128"/>
              <a:ea typeface="BIZ UDPゴシック" panose="020B0400000000000000" pitchFamily="50" charset="-128"/>
            </a:endParaRPr>
          </a:p>
        </p:txBody>
      </p:sp>
      <p:sp>
        <p:nvSpPr>
          <p:cNvPr id="59" name="Shape 44">
            <a:extLst>
              <a:ext uri="{FF2B5EF4-FFF2-40B4-BE49-F238E27FC236}">
                <a16:creationId xmlns:a16="http://schemas.microsoft.com/office/drawing/2014/main" id="{AA7EA07D-CFAE-492D-C1D4-5B1F1DAFE17C}"/>
              </a:ext>
            </a:extLst>
          </p:cNvPr>
          <p:cNvSpPr/>
          <p:nvPr/>
        </p:nvSpPr>
        <p:spPr>
          <a:xfrm>
            <a:off x="9024342" y="5000168"/>
            <a:ext cx="507803" cy="442354"/>
          </a:xfrm>
          <a:prstGeom prst="ellipse">
            <a:avLst/>
          </a:prstGeom>
          <a:solidFill>
            <a:srgbClr val="8B5C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60" name="Image 8">
            <a:extLst>
              <a:ext uri="{FF2B5EF4-FFF2-40B4-BE49-F238E27FC236}">
                <a16:creationId xmlns:a16="http://schemas.microsoft.com/office/drawing/2014/main" id="{C97B92F8-F51B-AED2-5916-57DE1D317A2B}"/>
              </a:ext>
            </a:extLst>
          </p:cNvPr>
          <p:cNvPicPr>
            <a:picLocks noChangeAspect="1"/>
          </p:cNvPicPr>
          <p:nvPr/>
        </p:nvPicPr>
        <p:blipFill>
          <a:blip r:embed="rId9" cstate="print">
            <a:extLst>
              <a:ext uri="{28A0092B-C50C-407E-A947-70E740481C1C}">
                <a14:useLocalDpi xmlns:a14="http://schemas.microsoft.com/office/drawing/2010/main"/>
              </a:ext>
            </a:extLst>
          </a:blip>
          <a:stretch>
            <a:fillRect/>
          </a:stretch>
        </p:blipFill>
        <p:spPr>
          <a:xfrm>
            <a:off x="9193610" y="5147619"/>
            <a:ext cx="169268" cy="147451"/>
          </a:xfrm>
          <a:prstGeom prst="rect">
            <a:avLst/>
          </a:prstGeom>
        </p:spPr>
      </p:pic>
      <p:pic>
        <p:nvPicPr>
          <p:cNvPr id="61" name="Image 9">
            <a:extLst>
              <a:ext uri="{FF2B5EF4-FFF2-40B4-BE49-F238E27FC236}">
                <a16:creationId xmlns:a16="http://schemas.microsoft.com/office/drawing/2014/main" id="{B3BF6C03-F509-6375-8091-ABFA9BC846BF}"/>
              </a:ext>
            </a:extLst>
          </p:cNvPr>
          <p:cNvPicPr>
            <a:picLocks noChangeAspect="1"/>
          </p:cNvPicPr>
          <p:nvPr/>
        </p:nvPicPr>
        <p:blipFill>
          <a:blip r:embed="rId10" cstate="print">
            <a:extLst>
              <a:ext uri="{28A0092B-C50C-407E-A947-70E740481C1C}">
                <a14:useLocalDpi xmlns:a14="http://schemas.microsoft.com/office/drawing/2010/main"/>
              </a:ext>
            </a:extLst>
          </a:blip>
          <a:stretch>
            <a:fillRect/>
          </a:stretch>
        </p:blipFill>
        <p:spPr>
          <a:xfrm>
            <a:off x="9198900" y="5520855"/>
            <a:ext cx="158688" cy="184314"/>
          </a:xfrm>
          <a:prstGeom prst="rect">
            <a:avLst/>
          </a:prstGeom>
        </p:spPr>
      </p:pic>
      <p:sp>
        <p:nvSpPr>
          <p:cNvPr id="62" name="Shape 45">
            <a:extLst>
              <a:ext uri="{FF2B5EF4-FFF2-40B4-BE49-F238E27FC236}">
                <a16:creationId xmlns:a16="http://schemas.microsoft.com/office/drawing/2014/main" id="{AA93CB2B-81C3-E0F3-B7AC-A6E126156F5E}"/>
              </a:ext>
            </a:extLst>
          </p:cNvPr>
          <p:cNvSpPr/>
          <p:nvPr/>
        </p:nvSpPr>
        <p:spPr>
          <a:xfrm>
            <a:off x="9024342" y="5811149"/>
            <a:ext cx="507803" cy="442354"/>
          </a:xfrm>
          <a:prstGeom prst="ellipse">
            <a:avLst/>
          </a:prstGeom>
          <a:solidFill>
            <a:srgbClr val="8B5C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63" name="Image 10">
            <a:extLst>
              <a:ext uri="{FF2B5EF4-FFF2-40B4-BE49-F238E27FC236}">
                <a16:creationId xmlns:a16="http://schemas.microsoft.com/office/drawing/2014/main" id="{4DC91616-BF46-0BC5-F0D9-B033B22FFF91}"/>
              </a:ext>
            </a:extLst>
          </p:cNvPr>
          <p:cNvPicPr>
            <a:picLocks noChangeAspect="1"/>
          </p:cNvPicPr>
          <p:nvPr/>
        </p:nvPicPr>
        <p:blipFill>
          <a:blip r:embed="rId11" cstate="print">
            <a:extLst>
              <a:ext uri="{28A0092B-C50C-407E-A947-70E740481C1C}">
                <a14:useLocalDpi xmlns:a14="http://schemas.microsoft.com/office/drawing/2010/main"/>
              </a:ext>
            </a:extLst>
          </a:blip>
          <a:stretch>
            <a:fillRect/>
          </a:stretch>
        </p:blipFill>
        <p:spPr>
          <a:xfrm>
            <a:off x="9204190" y="5958600"/>
            <a:ext cx="148110" cy="147451"/>
          </a:xfrm>
          <a:prstGeom prst="rect">
            <a:avLst/>
          </a:prstGeom>
        </p:spPr>
      </p:pic>
      <p:sp>
        <p:nvSpPr>
          <p:cNvPr id="64" name="Text 46">
            <a:extLst>
              <a:ext uri="{FF2B5EF4-FFF2-40B4-BE49-F238E27FC236}">
                <a16:creationId xmlns:a16="http://schemas.microsoft.com/office/drawing/2014/main" id="{1B7F15C8-0DD2-5AF6-79D6-B41A6C0E3B6E}"/>
              </a:ext>
            </a:extLst>
          </p:cNvPr>
          <p:cNvSpPr/>
          <p:nvPr/>
        </p:nvSpPr>
        <p:spPr>
          <a:xfrm>
            <a:off x="6217236" y="6365918"/>
            <a:ext cx="5974764" cy="307777"/>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4B5563"/>
                </a:solidFill>
                <a:latin typeface="BIZ UDPゴシック" panose="020B0400000000000000" pitchFamily="50" charset="-128"/>
                <a:ea typeface="BIZ UDPゴシック" panose="020B0400000000000000" pitchFamily="50" charset="-128"/>
                <a:cs typeface="Noto Sans" pitchFamily="34" charset="-120"/>
              </a:rPr>
              <a:t>AIモデルとツール/データの接続</a:t>
            </a:r>
            <a:endParaRPr lang="en-US" sz="2000" dirty="0">
              <a:latin typeface="BIZ UDPゴシック" panose="020B0400000000000000" pitchFamily="50" charset="-128"/>
              <a:ea typeface="BIZ UDPゴシック" panose="020B0400000000000000" pitchFamily="50" charset="-128"/>
            </a:endParaRPr>
          </a:p>
        </p:txBody>
      </p:sp>
      <p:sp>
        <p:nvSpPr>
          <p:cNvPr id="3" name="タイトル 2">
            <a:extLst>
              <a:ext uri="{FF2B5EF4-FFF2-40B4-BE49-F238E27FC236}">
                <a16:creationId xmlns:a16="http://schemas.microsoft.com/office/drawing/2014/main" id="{DD9F2785-64CD-12E6-9879-A809C82256E7}"/>
              </a:ext>
            </a:extLst>
          </p:cNvPr>
          <p:cNvSpPr>
            <a:spLocks noGrp="1"/>
          </p:cNvSpPr>
          <p:nvPr>
            <p:ph type="title"/>
          </p:nvPr>
        </p:nvSpPr>
        <p:spPr/>
        <p:txBody>
          <a:bodyPr/>
          <a:lstStyle/>
          <a:p>
            <a:r>
              <a:rPr lang="en-US" altLang="ja-JP" sz="3600" dirty="0"/>
              <a:t>【</a:t>
            </a:r>
            <a:r>
              <a:rPr lang="ja-JP" altLang="en-US" sz="3600" dirty="0"/>
              <a:t>参考</a:t>
            </a:r>
            <a:r>
              <a:rPr lang="en-US" altLang="ja-JP" sz="3600" dirty="0"/>
              <a:t>】</a:t>
            </a:r>
            <a:r>
              <a:rPr lang="ja-JP" altLang="en-US" sz="3600" dirty="0"/>
              <a:t> </a:t>
            </a:r>
            <a:r>
              <a:rPr lang="en-US" altLang="ja-JP" dirty="0"/>
              <a:t>A2A (Agent-to-Agent)</a:t>
            </a:r>
            <a:endParaRPr kumimoji="1" lang="ja-JP" altLang="en-US" dirty="0"/>
          </a:p>
        </p:txBody>
      </p:sp>
      <p:sp>
        <p:nvSpPr>
          <p:cNvPr id="4" name="スライド番号プレースホルダー 3">
            <a:extLst>
              <a:ext uri="{FF2B5EF4-FFF2-40B4-BE49-F238E27FC236}">
                <a16:creationId xmlns:a16="http://schemas.microsoft.com/office/drawing/2014/main" id="{43CD0B46-7746-AB0C-38DE-D6EE32070EFF}"/>
              </a:ext>
            </a:extLst>
          </p:cNvPr>
          <p:cNvSpPr>
            <a:spLocks noGrp="1"/>
          </p:cNvSpPr>
          <p:nvPr>
            <p:ph type="sldNum" sz="quarter" idx="11"/>
          </p:nvPr>
        </p:nvSpPr>
        <p:spPr/>
        <p:txBody>
          <a:bodyPr/>
          <a:lstStyle/>
          <a:p>
            <a:fld id="{B01966AA-40F2-4759-97C9-DDA0BED365A6}" type="slidenum">
              <a:rPr kumimoji="1" lang="ja-JP" altLang="en-US" smtClean="0"/>
              <a:pPr/>
              <a:t>36</a:t>
            </a:fld>
            <a:endParaRPr kumimoji="1" lang="ja-JP" altLang="en-US"/>
          </a:p>
        </p:txBody>
      </p:sp>
    </p:spTree>
    <p:extLst>
      <p:ext uri="{BB962C8B-B14F-4D97-AF65-F5344CB8AC3E}">
        <p14:creationId xmlns:p14="http://schemas.microsoft.com/office/powerpoint/2010/main" val="35542107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6"/>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8"/>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0"/>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51"/>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52"/>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4"/>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55"/>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59"/>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2"/>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6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6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4"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9" grpId="0" animBg="1"/>
      <p:bldP spid="50" grpId="0" animBg="1"/>
      <p:bldP spid="53" grpId="0" animBg="1"/>
      <p:bldP spid="55" grpId="0" animBg="1"/>
      <p:bldP spid="58" grpId="0" animBg="1"/>
      <p:bldP spid="59" grpId="0" animBg="1"/>
      <p:bldP spid="62" grpId="0" animBg="1"/>
      <p:bldP spid="64" grpId="0" animBg="1"/>
      <p:bldP spid="4" grpId="0"/>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D2C4CC-5B50-7D77-6D5B-52E55132565E}"/>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4"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5" name="Isosceles Triangle 14">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6"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Isosceles Triangle 18">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Isosceles Triangle 19">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5" name="図 4" descr="光, 屋外, 人, 男 が含まれている画像&#10;&#10;AI 生成コンテンツは誤りを含む可能性があります。">
            <a:extLst>
              <a:ext uri="{FF2B5EF4-FFF2-40B4-BE49-F238E27FC236}">
                <a16:creationId xmlns:a16="http://schemas.microsoft.com/office/drawing/2014/main" id="{E7CA8984-A31A-C3BC-0246-F6270CEAC9C4}"/>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4269854" y="-1"/>
            <a:ext cx="7922146"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3" name="タイトル 2">
            <a:extLst>
              <a:ext uri="{FF2B5EF4-FFF2-40B4-BE49-F238E27FC236}">
                <a16:creationId xmlns:a16="http://schemas.microsoft.com/office/drawing/2014/main" id="{0F5EB696-FC6C-3400-A3AC-E6A6840290C0}"/>
              </a:ext>
            </a:extLst>
          </p:cNvPr>
          <p:cNvSpPr>
            <a:spLocks noGrp="1"/>
          </p:cNvSpPr>
          <p:nvPr>
            <p:ph type="title"/>
          </p:nvPr>
        </p:nvSpPr>
        <p:spPr>
          <a:xfrm>
            <a:off x="471643" y="1919966"/>
            <a:ext cx="5033433" cy="2369093"/>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lang="en-US" altLang="ja-JP" sz="4800" dirty="0">
                <a:solidFill>
                  <a:schemeClr val="accent2">
                    <a:lumMod val="50000"/>
                  </a:schemeClr>
                </a:solidFill>
              </a:rPr>
              <a:t>AI</a:t>
            </a:r>
            <a:r>
              <a:rPr lang="ja-JP" altLang="en-US" sz="4800" dirty="0">
                <a:solidFill>
                  <a:schemeClr val="accent2">
                    <a:lumMod val="50000"/>
                  </a:schemeClr>
                </a:solidFill>
              </a:rPr>
              <a:t>エージェントと</a:t>
            </a:r>
            <a:r>
              <a:rPr lang="en-US" altLang="ja-JP" sz="4800" dirty="0">
                <a:solidFill>
                  <a:schemeClr val="accent2">
                    <a:lumMod val="50000"/>
                  </a:schemeClr>
                </a:solidFill>
              </a:rPr>
              <a:t>MCP</a:t>
            </a:r>
            <a:r>
              <a:rPr lang="ja-JP" altLang="en-US" sz="4800" dirty="0">
                <a:solidFill>
                  <a:schemeClr val="accent2">
                    <a:lumMod val="50000"/>
                  </a:schemeClr>
                </a:solidFill>
              </a:rPr>
              <a:t>サーバーの開発</a:t>
            </a:r>
            <a:endParaRPr kumimoji="1" lang="en-US" altLang="ja-JP" sz="4800" dirty="0">
              <a:solidFill>
                <a:schemeClr val="accent2">
                  <a:lumMod val="50000"/>
                </a:schemeClr>
              </a:solidFill>
            </a:endParaRPr>
          </a:p>
        </p:txBody>
      </p:sp>
      <p:cxnSp>
        <p:nvCxnSpPr>
          <p:cNvPr id="22" name="Straight Connector 21">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8"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0"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 name="スライド番号プレースホルダー 3">
            <a:extLst>
              <a:ext uri="{FF2B5EF4-FFF2-40B4-BE49-F238E27FC236}">
                <a16:creationId xmlns:a16="http://schemas.microsoft.com/office/drawing/2014/main" id="{0CBB3716-F1CC-6C36-696E-D1EF1FF512AD}"/>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rgbClr val="FFFFFF"/>
                </a:solidFill>
                <a:latin typeface="+mn-lt"/>
                <a:ea typeface="+mn-ea"/>
              </a:rPr>
              <a:pPr defTabSz="914400">
                <a:spcAft>
                  <a:spcPts val="600"/>
                </a:spcAft>
              </a:pPr>
              <a:t>37</a:t>
            </a:fld>
            <a:endParaRPr kumimoji="1" lang="en-US" altLang="ja-JP" sz="900">
              <a:solidFill>
                <a:srgbClr val="FFFFFF"/>
              </a:solidFill>
              <a:latin typeface="+mn-lt"/>
              <a:ea typeface="+mn-ea"/>
            </a:endParaRPr>
          </a:p>
        </p:txBody>
      </p:sp>
      <p:sp>
        <p:nvSpPr>
          <p:cNvPr id="32"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4"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6"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8"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146035379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53A013C3-20D1-3D11-2036-F6A99271FDDE}"/>
              </a:ext>
            </a:extLst>
          </p:cNvPr>
          <p:cNvSpPr>
            <a:spLocks noGrp="1"/>
          </p:cNvSpPr>
          <p:nvPr>
            <p:ph type="body" sz="quarter" idx="10"/>
          </p:nvPr>
        </p:nvSpPr>
        <p:spPr/>
        <p:txBody>
          <a:bodyPr/>
          <a:lstStyle/>
          <a:p>
            <a:r>
              <a:rPr lang="en-US" altLang="ja-JP" sz="2400">
                <a:hlinkClick r:id="rId2"/>
              </a:rPr>
              <a:t>microsoft/semantic-kernel: Integrate cutting-edge LLM technology quickly and easily into your apps</a:t>
            </a:r>
            <a:endParaRPr lang="en-US" altLang="ja-JP" sz="2400">
              <a:hlinkClick r:id="rId3"/>
            </a:endParaRPr>
          </a:p>
          <a:p>
            <a:r>
              <a:rPr lang="ja-JP" altLang="en-US" sz="2400">
                <a:hlinkClick r:id="rId3"/>
              </a:rPr>
              <a:t>セマンティック カーネルの概要 </a:t>
            </a:r>
            <a:r>
              <a:rPr lang="en-US" altLang="ja-JP" sz="2400">
                <a:hlinkClick r:id="rId3"/>
              </a:rPr>
              <a:t>| Microsoft Learn</a:t>
            </a:r>
            <a:endParaRPr lang="en-US" altLang="ja-JP" sz="2400"/>
          </a:p>
          <a:p>
            <a:endParaRPr kumimoji="1" lang="ja-JP" altLang="en-US" dirty="0"/>
          </a:p>
        </p:txBody>
      </p:sp>
      <p:sp>
        <p:nvSpPr>
          <p:cNvPr id="2" name="タイトル 1">
            <a:extLst>
              <a:ext uri="{FF2B5EF4-FFF2-40B4-BE49-F238E27FC236}">
                <a16:creationId xmlns:a16="http://schemas.microsoft.com/office/drawing/2014/main" id="{6174028C-1BF8-C7C5-A854-A241D80D150F}"/>
              </a:ext>
            </a:extLst>
          </p:cNvPr>
          <p:cNvSpPr>
            <a:spLocks noGrp="1"/>
          </p:cNvSpPr>
          <p:nvPr>
            <p:ph type="title"/>
          </p:nvPr>
        </p:nvSpPr>
        <p:spPr/>
        <p:txBody>
          <a:bodyPr>
            <a:normAutofit fontScale="90000"/>
          </a:bodyPr>
          <a:lstStyle/>
          <a:p>
            <a:r>
              <a:rPr lang="en-US" altLang="ja-JP" dirty="0" err="1"/>
              <a:t>SemanticKernel</a:t>
            </a:r>
            <a:r>
              <a:rPr lang="en-US" altLang="ja-JP" dirty="0"/>
              <a:t> (AI</a:t>
            </a:r>
            <a:r>
              <a:rPr lang="ja-JP" altLang="en-US" dirty="0"/>
              <a:t>エージェント構築用ミドルウェア</a:t>
            </a:r>
            <a:r>
              <a:rPr lang="en-US" altLang="ja-JP" dirty="0"/>
              <a:t>)</a:t>
            </a:r>
            <a:endParaRPr kumimoji="1" lang="ja-JP" altLang="en-US" dirty="0"/>
          </a:p>
        </p:txBody>
      </p:sp>
      <p:sp>
        <p:nvSpPr>
          <p:cNvPr id="3" name="スライド番号プレースホルダー 2">
            <a:extLst>
              <a:ext uri="{FF2B5EF4-FFF2-40B4-BE49-F238E27FC236}">
                <a16:creationId xmlns:a16="http://schemas.microsoft.com/office/drawing/2014/main" id="{2ADA1007-5FD6-5469-F68F-7231528B5410}"/>
              </a:ext>
            </a:extLst>
          </p:cNvPr>
          <p:cNvSpPr>
            <a:spLocks noGrp="1"/>
          </p:cNvSpPr>
          <p:nvPr>
            <p:ph type="sldNum" sz="quarter" idx="11"/>
          </p:nvPr>
        </p:nvSpPr>
        <p:spPr/>
        <p:txBody>
          <a:bodyPr/>
          <a:lstStyle/>
          <a:p>
            <a:fld id="{B01966AA-40F2-4759-97C9-DDA0BED365A6}" type="slidenum">
              <a:rPr kumimoji="1" lang="ja-JP" altLang="en-US" smtClean="0"/>
              <a:pPr/>
              <a:t>38</a:t>
            </a:fld>
            <a:endParaRPr kumimoji="1" lang="ja-JP" altLang="en-US" dirty="0"/>
          </a:p>
        </p:txBody>
      </p:sp>
      <p:pic>
        <p:nvPicPr>
          <p:cNvPr id="6" name="図 5">
            <a:extLst>
              <a:ext uri="{FF2B5EF4-FFF2-40B4-BE49-F238E27FC236}">
                <a16:creationId xmlns:a16="http://schemas.microsoft.com/office/drawing/2014/main" id="{8F66B064-775F-2410-7E36-136199E173B5}"/>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3049678" y="3367542"/>
            <a:ext cx="6092644" cy="3179562"/>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10458352"/>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8EFCC2D3-EAC4-EA21-12E1-6AD81396B4EA}"/>
              </a:ext>
            </a:extLst>
          </p:cNvPr>
          <p:cNvSpPr/>
          <p:nvPr/>
        </p:nvSpPr>
        <p:spPr>
          <a:xfrm>
            <a:off x="0" y="0"/>
            <a:ext cx="12192000" cy="6897189"/>
          </a:xfrm>
          <a:prstGeom prst="rect">
            <a:avLst/>
          </a:prstGeom>
          <a:solidFill>
            <a:srgbClr val="E7F3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スライド番号プレースホルダー 2">
            <a:extLst>
              <a:ext uri="{FF2B5EF4-FFF2-40B4-BE49-F238E27FC236}">
                <a16:creationId xmlns:a16="http://schemas.microsoft.com/office/drawing/2014/main" id="{0C48EE6E-9481-7020-D222-09E93D016F4D}"/>
              </a:ext>
            </a:extLst>
          </p:cNvPr>
          <p:cNvSpPr>
            <a:spLocks noGrp="1"/>
          </p:cNvSpPr>
          <p:nvPr>
            <p:ph type="sldNum" sz="quarter" idx="12"/>
          </p:nvPr>
        </p:nvSpPr>
        <p:spPr/>
        <p:txBody>
          <a:bodyPr/>
          <a:lstStyle/>
          <a:p>
            <a:fld id="{B01966AA-40F2-4759-97C9-DDA0BED365A6}" type="slidenum">
              <a:rPr kumimoji="1" lang="ja-JP" altLang="en-US" smtClean="0"/>
              <a:pPr/>
              <a:t>39</a:t>
            </a:fld>
            <a:endParaRPr kumimoji="1" lang="ja-JP" altLang="en-US" dirty="0"/>
          </a:p>
        </p:txBody>
      </p:sp>
      <p:sp>
        <p:nvSpPr>
          <p:cNvPr id="4" name="テキスト プレースホルダー 3">
            <a:extLst>
              <a:ext uri="{FF2B5EF4-FFF2-40B4-BE49-F238E27FC236}">
                <a16:creationId xmlns:a16="http://schemas.microsoft.com/office/drawing/2014/main" id="{2E12017C-9F62-8DD7-5D43-2DF60C3A7233}"/>
              </a:ext>
            </a:extLst>
          </p:cNvPr>
          <p:cNvSpPr>
            <a:spLocks noGrp="1"/>
          </p:cNvSpPr>
          <p:nvPr>
            <p:ph type="body" sz="quarter" idx="13"/>
          </p:nvPr>
        </p:nvSpPr>
        <p:spPr>
          <a:xfrm>
            <a:off x="3640873" y="6339467"/>
            <a:ext cx="8162692" cy="499451"/>
          </a:xfrm>
        </p:spPr>
        <p:txBody>
          <a:bodyPr>
            <a:normAutofit fontScale="55000" lnSpcReduction="20000"/>
          </a:bodyPr>
          <a:lstStyle/>
          <a:p>
            <a:pPr marL="0" indent="0" algn="ctr">
              <a:buNone/>
            </a:pPr>
            <a:r>
              <a:rPr lang="en-US" altLang="ja-JP" dirty="0">
                <a:hlinkClick r:id="rId2"/>
              </a:rPr>
              <a:t>Introducing Microsoft Agent Framework | Microsoft Azure Blog</a:t>
            </a:r>
            <a:endParaRPr lang="en-US" altLang="ja-JP" dirty="0"/>
          </a:p>
          <a:p>
            <a:pPr algn="ctr"/>
            <a:endParaRPr kumimoji="1" lang="ja-JP" altLang="en-US" dirty="0"/>
          </a:p>
        </p:txBody>
      </p:sp>
      <p:pic>
        <p:nvPicPr>
          <p:cNvPr id="6" name="図 5">
            <a:extLst>
              <a:ext uri="{FF2B5EF4-FFF2-40B4-BE49-F238E27FC236}">
                <a16:creationId xmlns:a16="http://schemas.microsoft.com/office/drawing/2014/main" id="{080F1D52-F26B-DD46-8560-9566231B2B8E}"/>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2092781" y="19082"/>
            <a:ext cx="8174345" cy="6329054"/>
          </a:xfrm>
          <a:prstGeom prst="rect">
            <a:avLst/>
          </a:prstGeom>
          <a:effectLst/>
        </p:spPr>
      </p:pic>
      <p:sp>
        <p:nvSpPr>
          <p:cNvPr id="2" name="吹き出し: 角を丸めた四角形 1">
            <a:extLst>
              <a:ext uri="{FF2B5EF4-FFF2-40B4-BE49-F238E27FC236}">
                <a16:creationId xmlns:a16="http://schemas.microsoft.com/office/drawing/2014/main" id="{E7B82CCC-1E8E-AD9B-8E77-B8630601B31C}"/>
              </a:ext>
            </a:extLst>
          </p:cNvPr>
          <p:cNvSpPr/>
          <p:nvPr/>
        </p:nvSpPr>
        <p:spPr>
          <a:xfrm>
            <a:off x="8997697" y="595667"/>
            <a:ext cx="3014906" cy="1062010"/>
          </a:xfrm>
          <a:prstGeom prst="wedgeRoundRectCallout">
            <a:avLst>
              <a:gd name="adj1" fmla="val -56386"/>
              <a:gd name="adj2" fmla="val -30981"/>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2800" dirty="0">
                <a:latin typeface="BIZ UDPゴシック" panose="020B0400000000000000" pitchFamily="50" charset="-128"/>
                <a:ea typeface="BIZ UDPゴシック" panose="020B0400000000000000" pitchFamily="50" charset="-128"/>
              </a:rPr>
              <a:t>10</a:t>
            </a:r>
            <a:r>
              <a:rPr kumimoji="1" lang="ja-JP" altLang="en-US" sz="2800" dirty="0">
                <a:latin typeface="BIZ UDPゴシック" panose="020B0400000000000000" pitchFamily="50" charset="-128"/>
                <a:ea typeface="BIZ UDPゴシック" panose="020B0400000000000000" pitchFamily="50" charset="-128"/>
              </a:rPr>
              <a:t>月</a:t>
            </a:r>
            <a:r>
              <a:rPr kumimoji="1" lang="en-US" altLang="ja-JP" sz="2800" dirty="0">
                <a:latin typeface="BIZ UDPゴシック" panose="020B0400000000000000" pitchFamily="50" charset="-128"/>
                <a:ea typeface="BIZ UDPゴシック" panose="020B0400000000000000" pitchFamily="50" charset="-128"/>
              </a:rPr>
              <a:t>1</a:t>
            </a:r>
            <a:r>
              <a:rPr kumimoji="1" lang="ja-JP" altLang="en-US" sz="2800" dirty="0">
                <a:latin typeface="BIZ UDPゴシック" panose="020B0400000000000000" pitchFamily="50" charset="-128"/>
                <a:ea typeface="BIZ UDPゴシック" panose="020B0400000000000000" pitchFamily="50" charset="-128"/>
              </a:rPr>
              <a:t>日に発表</a:t>
            </a:r>
          </a:p>
        </p:txBody>
      </p:sp>
    </p:spTree>
    <p:extLst>
      <p:ext uri="{BB962C8B-B14F-4D97-AF65-F5344CB8AC3E}">
        <p14:creationId xmlns:p14="http://schemas.microsoft.com/office/powerpoint/2010/main" val="18213314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プレースホルダー 4">
            <a:extLst>
              <a:ext uri="{FF2B5EF4-FFF2-40B4-BE49-F238E27FC236}">
                <a16:creationId xmlns:a16="http://schemas.microsoft.com/office/drawing/2014/main" id="{37B4F884-345A-A2F4-BD51-2ADDDDF81379}"/>
              </a:ext>
            </a:extLst>
          </p:cNvPr>
          <p:cNvSpPr>
            <a:spLocks noGrp="1"/>
          </p:cNvSpPr>
          <p:nvPr>
            <p:ph type="body" sz="quarter" idx="10"/>
          </p:nvPr>
        </p:nvSpPr>
        <p:spPr>
          <a:xfrm>
            <a:off x="269239" y="1189177"/>
            <a:ext cx="11653523" cy="1844864"/>
          </a:xfrm>
        </p:spPr>
        <p:txBody>
          <a:bodyPr/>
          <a:lstStyle/>
          <a:p>
            <a:r>
              <a:rPr lang="en-US" altLang="ja-JP" sz="3200" dirty="0" err="1">
                <a:hlinkClick r:id="rId2"/>
              </a:rPr>
              <a:t>microsoft</a:t>
            </a:r>
            <a:r>
              <a:rPr lang="en-US" altLang="ja-JP" sz="3200" dirty="0">
                <a:hlinkClick r:id="rId2"/>
              </a:rPr>
              <a:t>/agent-framework</a:t>
            </a:r>
            <a:r>
              <a:rPr lang="en-US" altLang="ja-JP" sz="2400" dirty="0">
                <a:hlinkClick r:id="rId2"/>
              </a:rPr>
              <a:t>: A framework for building, orchestrating and deploying AI agents and multi-agent workflows with support for Python and .NET.</a:t>
            </a:r>
            <a:endParaRPr lang="ja-JP" altLang="en-US" sz="2400" dirty="0"/>
          </a:p>
        </p:txBody>
      </p:sp>
      <p:sp>
        <p:nvSpPr>
          <p:cNvPr id="2" name="タイトル 1">
            <a:extLst>
              <a:ext uri="{FF2B5EF4-FFF2-40B4-BE49-F238E27FC236}">
                <a16:creationId xmlns:a16="http://schemas.microsoft.com/office/drawing/2014/main" id="{C90E6C7C-0076-E36E-2CF0-17736E1E0445}"/>
              </a:ext>
            </a:extLst>
          </p:cNvPr>
          <p:cNvSpPr>
            <a:spLocks noGrp="1"/>
          </p:cNvSpPr>
          <p:nvPr>
            <p:ph type="title"/>
          </p:nvPr>
        </p:nvSpPr>
        <p:spPr/>
        <p:txBody>
          <a:bodyPr>
            <a:normAutofit fontScale="90000"/>
          </a:bodyPr>
          <a:lstStyle/>
          <a:p>
            <a:r>
              <a:rPr lang="en-US" altLang="ja-JP" dirty="0"/>
              <a:t>Microsoft Agent Framework</a:t>
            </a:r>
            <a:br>
              <a:rPr lang="en-US" altLang="ja-JP" dirty="0"/>
            </a:br>
            <a:endParaRPr kumimoji="1" lang="ja-JP" altLang="en-US" dirty="0"/>
          </a:p>
        </p:txBody>
      </p:sp>
      <p:sp>
        <p:nvSpPr>
          <p:cNvPr id="3" name="スライド番号プレースホルダー 2">
            <a:extLst>
              <a:ext uri="{FF2B5EF4-FFF2-40B4-BE49-F238E27FC236}">
                <a16:creationId xmlns:a16="http://schemas.microsoft.com/office/drawing/2014/main" id="{DA0A88D9-F13B-B752-B815-24919C703EBB}"/>
              </a:ext>
            </a:extLst>
          </p:cNvPr>
          <p:cNvSpPr>
            <a:spLocks noGrp="1"/>
          </p:cNvSpPr>
          <p:nvPr>
            <p:ph type="sldNum" sz="quarter" idx="11"/>
          </p:nvPr>
        </p:nvSpPr>
        <p:spPr/>
        <p:txBody>
          <a:bodyPr/>
          <a:lstStyle/>
          <a:p>
            <a:fld id="{B01966AA-40F2-4759-97C9-DDA0BED365A6}" type="slidenum">
              <a:rPr kumimoji="1" lang="ja-JP" altLang="en-US" smtClean="0"/>
              <a:pPr/>
              <a:t>40</a:t>
            </a:fld>
            <a:endParaRPr kumimoji="1" lang="ja-JP" altLang="en-US" dirty="0"/>
          </a:p>
        </p:txBody>
      </p:sp>
      <p:pic>
        <p:nvPicPr>
          <p:cNvPr id="7" name="図 6">
            <a:extLst>
              <a:ext uri="{FF2B5EF4-FFF2-40B4-BE49-F238E27FC236}">
                <a16:creationId xmlns:a16="http://schemas.microsoft.com/office/drawing/2014/main" id="{AE7B749B-E4B0-A114-5390-2A18EF7B7836}"/>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508750" y="3019650"/>
            <a:ext cx="5547044" cy="3592819"/>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618209135"/>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FD5AD7A8-4938-7224-5E96-7145348ABA17}"/>
              </a:ext>
            </a:extLst>
          </p:cNvPr>
          <p:cNvSpPr>
            <a:spLocks noGrp="1"/>
          </p:cNvSpPr>
          <p:nvPr>
            <p:ph type="title"/>
          </p:nvPr>
        </p:nvSpPr>
        <p:spPr/>
        <p:txBody>
          <a:bodyPr/>
          <a:lstStyle/>
          <a:p>
            <a:r>
              <a:rPr lang="en-US" altLang="ja-JP" dirty="0"/>
              <a:t>Microsoft Agent Framework</a:t>
            </a:r>
            <a:endParaRPr lang="ja-JP" altLang="en-US" dirty="0"/>
          </a:p>
        </p:txBody>
      </p:sp>
      <p:sp>
        <p:nvSpPr>
          <p:cNvPr id="3" name="スライド番号プレースホルダー 2">
            <a:extLst>
              <a:ext uri="{FF2B5EF4-FFF2-40B4-BE49-F238E27FC236}">
                <a16:creationId xmlns:a16="http://schemas.microsoft.com/office/drawing/2014/main" id="{C41FA37F-7534-37CD-DBBB-0B7450E9316A}"/>
              </a:ext>
            </a:extLst>
          </p:cNvPr>
          <p:cNvSpPr>
            <a:spLocks noGrp="1"/>
          </p:cNvSpPr>
          <p:nvPr>
            <p:ph type="sldNum" sz="quarter" idx="11"/>
          </p:nvPr>
        </p:nvSpPr>
        <p:spPr/>
        <p:txBody>
          <a:bodyPr/>
          <a:lstStyle/>
          <a:p>
            <a:fld id="{B01966AA-40F2-4759-97C9-DDA0BED365A6}" type="slidenum">
              <a:rPr kumimoji="1" lang="ja-JP" altLang="en-US" smtClean="0"/>
              <a:pPr/>
              <a:t>41</a:t>
            </a:fld>
            <a:endParaRPr kumimoji="1" lang="ja-JP" altLang="en-US" dirty="0"/>
          </a:p>
        </p:txBody>
      </p:sp>
      <p:pic>
        <p:nvPicPr>
          <p:cNvPr id="5122" name="Picture 2" descr="fig">
            <a:extLst>
              <a:ext uri="{FF2B5EF4-FFF2-40B4-BE49-F238E27FC236}">
                <a16:creationId xmlns:a16="http://schemas.microsoft.com/office/drawing/2014/main" id="{BAD9E010-D1D2-2BF4-C2BB-949178A02A6B}"/>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93271" y="2412576"/>
            <a:ext cx="5191125" cy="310515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fig">
            <a:extLst>
              <a:ext uri="{FF2B5EF4-FFF2-40B4-BE49-F238E27FC236}">
                <a16:creationId xmlns:a16="http://schemas.microsoft.com/office/drawing/2014/main" id="{4773D1B1-A09C-4A0C-4D2D-AE4DF2956B11}"/>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726041" y="2407075"/>
            <a:ext cx="5331147" cy="3110651"/>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プレースホルダー 3">
            <a:extLst>
              <a:ext uri="{FF2B5EF4-FFF2-40B4-BE49-F238E27FC236}">
                <a16:creationId xmlns:a16="http://schemas.microsoft.com/office/drawing/2014/main" id="{BF1B348B-9673-6964-1251-2307904D8223}"/>
              </a:ext>
            </a:extLst>
          </p:cNvPr>
          <p:cNvSpPr txBox="1">
            <a:spLocks/>
          </p:cNvSpPr>
          <p:nvPr/>
        </p:nvSpPr>
        <p:spPr>
          <a:xfrm>
            <a:off x="646771" y="6227956"/>
            <a:ext cx="10788805" cy="457199"/>
          </a:xfrm>
          <a:prstGeom prst="rect">
            <a:avLst/>
          </a:prstGeom>
        </p:spPr>
        <p:txBody>
          <a:bodyPr>
            <a:norm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pPr marL="0" indent="0">
              <a:buFont typeface="Wingdings 3" charset="2"/>
              <a:buNone/>
            </a:pPr>
            <a:r>
              <a:rPr lang="en-US" altLang="ja-JP" sz="1200">
                <a:hlinkClick r:id="rId4"/>
              </a:rPr>
              <a:t>Introducing Microsoft Agent Framework (Preview): Making AI Agents Simple for Every Developer - .NET Blog</a:t>
            </a:r>
            <a:endParaRPr lang="ja-JP" altLang="en-US" sz="1200" dirty="0"/>
          </a:p>
        </p:txBody>
      </p:sp>
      <p:sp>
        <p:nvSpPr>
          <p:cNvPr id="7" name="矢印: 右 6">
            <a:extLst>
              <a:ext uri="{FF2B5EF4-FFF2-40B4-BE49-F238E27FC236}">
                <a16:creationId xmlns:a16="http://schemas.microsoft.com/office/drawing/2014/main" id="{4CE991FE-04C7-36B7-B5D2-70324C882F4B}"/>
              </a:ext>
            </a:extLst>
          </p:cNvPr>
          <p:cNvSpPr/>
          <p:nvPr/>
        </p:nvSpPr>
        <p:spPr>
          <a:xfrm>
            <a:off x="5883511" y="3798679"/>
            <a:ext cx="621792" cy="51206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742857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1585B-6C28-3FFC-E6FC-81669CE36C8C}"/>
            </a:ext>
          </a:extLst>
        </p:cNvPr>
        <p:cNvGrpSpPr/>
        <p:nvPr/>
      </p:nvGrpSpPr>
      <p:grpSpPr>
        <a:xfrm>
          <a:off x="0" y="0"/>
          <a:ext cx="0" cy="0"/>
          <a:chOff x="0" y="0"/>
          <a:chExt cx="0" cy="0"/>
        </a:xfrm>
      </p:grpSpPr>
      <p:pic>
        <p:nvPicPr>
          <p:cNvPr id="2050" name="Picture 2">
            <a:extLst>
              <a:ext uri="{FF2B5EF4-FFF2-40B4-BE49-F238E27FC236}">
                <a16:creationId xmlns:a16="http://schemas.microsoft.com/office/drawing/2014/main" id="{676E8F22-781E-74BB-1600-830E4104059B}"/>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756424" y="1229966"/>
            <a:ext cx="10005392" cy="5628034"/>
          </a:xfrm>
          <a:prstGeom prst="rect">
            <a:avLst/>
          </a:prstGeom>
          <a:noFill/>
          <a:extLst>
            <a:ext uri="{909E8E84-426E-40DD-AFC4-6F175D3DCCD1}">
              <a14:hiddenFill xmlns:a14="http://schemas.microsoft.com/office/drawing/2010/main">
                <a:solidFill>
                  <a:srgbClr val="FFFFFF"/>
                </a:solidFill>
              </a14:hiddenFill>
            </a:ext>
          </a:extLst>
        </p:spPr>
      </p:pic>
      <p:sp>
        <p:nvSpPr>
          <p:cNvPr id="5" name="タイトル 4">
            <a:extLst>
              <a:ext uri="{FF2B5EF4-FFF2-40B4-BE49-F238E27FC236}">
                <a16:creationId xmlns:a16="http://schemas.microsoft.com/office/drawing/2014/main" id="{999726AE-497A-325A-D83A-280FD36CB627}"/>
              </a:ext>
            </a:extLst>
          </p:cNvPr>
          <p:cNvSpPr>
            <a:spLocks noGrp="1"/>
          </p:cNvSpPr>
          <p:nvPr>
            <p:ph type="title"/>
          </p:nvPr>
        </p:nvSpPr>
        <p:spPr/>
        <p:txBody>
          <a:bodyPr/>
          <a:lstStyle/>
          <a:p>
            <a:r>
              <a:rPr lang="en-US" altLang="ja-JP" dirty="0"/>
              <a:t>Microsoft Agent Framework</a:t>
            </a:r>
            <a:endParaRPr lang="ja-JP" altLang="en-US" dirty="0"/>
          </a:p>
        </p:txBody>
      </p:sp>
      <p:sp>
        <p:nvSpPr>
          <p:cNvPr id="3" name="スライド番号プレースホルダー 2">
            <a:extLst>
              <a:ext uri="{FF2B5EF4-FFF2-40B4-BE49-F238E27FC236}">
                <a16:creationId xmlns:a16="http://schemas.microsoft.com/office/drawing/2014/main" id="{1039133B-2DDC-1256-AF68-6AAD6E03120B}"/>
              </a:ext>
            </a:extLst>
          </p:cNvPr>
          <p:cNvSpPr>
            <a:spLocks noGrp="1"/>
          </p:cNvSpPr>
          <p:nvPr>
            <p:ph type="sldNum" sz="quarter" idx="11"/>
          </p:nvPr>
        </p:nvSpPr>
        <p:spPr/>
        <p:txBody>
          <a:bodyPr/>
          <a:lstStyle/>
          <a:p>
            <a:fld id="{B01966AA-40F2-4759-97C9-DDA0BED365A6}" type="slidenum">
              <a:rPr kumimoji="1" lang="ja-JP" altLang="en-US" smtClean="0"/>
              <a:pPr/>
              <a:t>42</a:t>
            </a:fld>
            <a:endParaRPr kumimoji="1" lang="ja-JP" altLang="en-US" dirty="0"/>
          </a:p>
        </p:txBody>
      </p:sp>
      <p:sp>
        <p:nvSpPr>
          <p:cNvPr id="2" name="テキスト プレースホルダー 3">
            <a:extLst>
              <a:ext uri="{FF2B5EF4-FFF2-40B4-BE49-F238E27FC236}">
                <a16:creationId xmlns:a16="http://schemas.microsoft.com/office/drawing/2014/main" id="{D4F4331E-4E13-812D-8824-DC1AEC2D9D35}"/>
              </a:ext>
            </a:extLst>
          </p:cNvPr>
          <p:cNvSpPr txBox="1">
            <a:spLocks/>
          </p:cNvSpPr>
          <p:nvPr/>
        </p:nvSpPr>
        <p:spPr>
          <a:xfrm>
            <a:off x="646771" y="6227956"/>
            <a:ext cx="10788805" cy="457199"/>
          </a:xfrm>
          <a:prstGeom prst="rect">
            <a:avLst/>
          </a:prstGeom>
        </p:spPr>
        <p:txBody>
          <a:bodyPr>
            <a:norm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pPr marL="0" indent="0">
              <a:buFont typeface="Wingdings 3" charset="2"/>
              <a:buNone/>
            </a:pPr>
            <a:r>
              <a:rPr lang="en-US" altLang="ja-JP" sz="1200">
                <a:hlinkClick r:id="rId3"/>
              </a:rPr>
              <a:t>Introducing Microsoft Agent Framework (Preview): Making AI Agents Simple for Every Developer - .NET Blog</a:t>
            </a:r>
            <a:endParaRPr lang="ja-JP" altLang="en-US" sz="1200" dirty="0"/>
          </a:p>
        </p:txBody>
      </p:sp>
    </p:spTree>
    <p:extLst>
      <p:ext uri="{BB962C8B-B14F-4D97-AF65-F5344CB8AC3E}">
        <p14:creationId xmlns:p14="http://schemas.microsoft.com/office/powerpoint/2010/main" val="3280736168"/>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56F79-F3A3-4536-CA62-DF99023E9886}"/>
            </a:ext>
          </a:extLst>
        </p:cNvPr>
        <p:cNvGrpSpPr/>
        <p:nvPr/>
      </p:nvGrpSpPr>
      <p:grpSpPr>
        <a:xfrm>
          <a:off x="0" y="0"/>
          <a:ext cx="0" cy="0"/>
          <a:chOff x="0" y="0"/>
          <a:chExt cx="0" cy="0"/>
        </a:xfrm>
      </p:grpSpPr>
      <p:sp>
        <p:nvSpPr>
          <p:cNvPr id="3" name="スライド番号プレースホルダー 2">
            <a:extLst>
              <a:ext uri="{FF2B5EF4-FFF2-40B4-BE49-F238E27FC236}">
                <a16:creationId xmlns:a16="http://schemas.microsoft.com/office/drawing/2014/main" id="{14C4B4DE-B124-129B-F198-56CB7133456E}"/>
              </a:ext>
            </a:extLst>
          </p:cNvPr>
          <p:cNvSpPr>
            <a:spLocks noGrp="1"/>
          </p:cNvSpPr>
          <p:nvPr>
            <p:ph type="sldNum" sz="quarter" idx="12"/>
          </p:nvPr>
        </p:nvSpPr>
        <p:spPr/>
        <p:txBody>
          <a:bodyPr/>
          <a:lstStyle/>
          <a:p>
            <a:fld id="{B01966AA-40F2-4759-97C9-DDA0BED365A6}" type="slidenum">
              <a:rPr kumimoji="1" lang="ja-JP" altLang="en-US" smtClean="0"/>
              <a:pPr/>
              <a:t>43</a:t>
            </a:fld>
            <a:endParaRPr kumimoji="1" lang="ja-JP" altLang="en-US" dirty="0"/>
          </a:p>
        </p:txBody>
      </p:sp>
      <p:sp>
        <p:nvSpPr>
          <p:cNvPr id="4" name="テキスト プレースホルダー 3">
            <a:extLst>
              <a:ext uri="{FF2B5EF4-FFF2-40B4-BE49-F238E27FC236}">
                <a16:creationId xmlns:a16="http://schemas.microsoft.com/office/drawing/2014/main" id="{AAA88423-8924-C7DB-4F13-51F9C4499011}"/>
              </a:ext>
            </a:extLst>
          </p:cNvPr>
          <p:cNvSpPr>
            <a:spLocks noGrp="1"/>
          </p:cNvSpPr>
          <p:nvPr>
            <p:ph type="body" sz="quarter" idx="13"/>
          </p:nvPr>
        </p:nvSpPr>
        <p:spPr>
          <a:xfrm>
            <a:off x="646771" y="6227956"/>
            <a:ext cx="10788805" cy="457199"/>
          </a:xfrm>
        </p:spPr>
        <p:txBody>
          <a:bodyPr>
            <a:normAutofit/>
          </a:bodyPr>
          <a:lstStyle/>
          <a:p>
            <a:pPr marL="0" indent="0">
              <a:buNone/>
            </a:pPr>
            <a:r>
              <a:rPr lang="en-US" altLang="ja-JP" sz="1200" dirty="0">
                <a:hlinkClick r:id="rId2"/>
              </a:rPr>
              <a:t>Introducing Microsoft Agent Framework (Preview): Making AI Agents Simple for Every Developer - .NET Blog</a:t>
            </a:r>
            <a:endParaRPr kumimoji="1" lang="ja-JP" altLang="en-US" sz="1200" dirty="0"/>
          </a:p>
        </p:txBody>
      </p:sp>
      <p:pic>
        <p:nvPicPr>
          <p:cNvPr id="3074" name="Picture 2" descr="Screenshot of .NET Aspire dashboard displaying Agent Framework telemetry traces, metrics, and agent interactions">
            <a:extLst>
              <a:ext uri="{FF2B5EF4-FFF2-40B4-BE49-F238E27FC236}">
                <a16:creationId xmlns:a16="http://schemas.microsoft.com/office/drawing/2014/main" id="{A02776B8-37CE-8116-C768-F550BC78FE7A}"/>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06239" y="226246"/>
            <a:ext cx="11242963" cy="6038700"/>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491073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プレースホルダー 5">
            <a:extLst>
              <a:ext uri="{FF2B5EF4-FFF2-40B4-BE49-F238E27FC236}">
                <a16:creationId xmlns:a16="http://schemas.microsoft.com/office/drawing/2014/main" id="{0E9A3526-03A3-49EE-108B-30164BC80027}"/>
              </a:ext>
            </a:extLst>
          </p:cNvPr>
          <p:cNvSpPr>
            <a:spLocks noGrp="1"/>
          </p:cNvSpPr>
          <p:nvPr>
            <p:ph type="body" sz="quarter" idx="10"/>
          </p:nvPr>
        </p:nvSpPr>
        <p:spPr>
          <a:xfrm>
            <a:off x="269239" y="1189177"/>
            <a:ext cx="11653523" cy="5509842"/>
          </a:xfrm>
        </p:spPr>
        <p:txBody>
          <a:bodyPr/>
          <a:lstStyle/>
          <a:p>
            <a:r>
              <a:rPr lang="en-US" altLang="ja-JP" sz="2600" dirty="0"/>
              <a:t>LLM</a:t>
            </a:r>
            <a:r>
              <a:rPr lang="ja-JP" altLang="en-US" sz="2600" dirty="0"/>
              <a:t>を簡単に使える</a:t>
            </a:r>
          </a:p>
          <a:p>
            <a:r>
              <a:rPr lang="ja-JP" altLang="en-US" sz="2600" dirty="0"/>
              <a:t>マルチエージェント対応</a:t>
            </a:r>
          </a:p>
          <a:p>
            <a:r>
              <a:rPr lang="en-US" altLang="ja-JP" sz="2600" dirty="0"/>
              <a:t>Thread (</a:t>
            </a:r>
            <a:r>
              <a:rPr lang="ja-JP" altLang="en-US" sz="2600" dirty="0"/>
              <a:t>会話の状態・履歴などを管理</a:t>
            </a:r>
            <a:r>
              <a:rPr lang="en-US" altLang="ja-JP" sz="2600" dirty="0"/>
              <a:t>) </a:t>
            </a:r>
            <a:r>
              <a:rPr lang="ja-JP" altLang="en-US" sz="2600" dirty="0"/>
              <a:t>対応</a:t>
            </a:r>
          </a:p>
          <a:p>
            <a:r>
              <a:rPr lang="ja-JP" altLang="en-US" sz="2600" dirty="0"/>
              <a:t>ワークフロー対応</a:t>
            </a:r>
          </a:p>
          <a:p>
            <a:r>
              <a:rPr lang="en-US" altLang="ja-JP" sz="2600" dirty="0"/>
              <a:t>MCP</a:t>
            </a:r>
            <a:r>
              <a:rPr lang="ja-JP" altLang="en-US" sz="2600" dirty="0"/>
              <a:t>サーバー等のツールを簡単に使える</a:t>
            </a:r>
          </a:p>
          <a:p>
            <a:r>
              <a:rPr lang="en-US" altLang="ja-JP" sz="2600" dirty="0"/>
              <a:t>A2A </a:t>
            </a:r>
            <a:r>
              <a:rPr lang="ja-JP" altLang="en-US" sz="2600" dirty="0"/>
              <a:t>対応</a:t>
            </a:r>
          </a:p>
          <a:p>
            <a:r>
              <a:rPr lang="en-US" altLang="ja-JP" sz="2600" dirty="0"/>
              <a:t>Microsoft Copilot Studio </a:t>
            </a:r>
            <a:r>
              <a:rPr lang="ja-JP" altLang="en-US" sz="2600" dirty="0"/>
              <a:t>との連携機能</a:t>
            </a:r>
            <a:endParaRPr lang="en-US" altLang="ja-JP" sz="2600" dirty="0"/>
          </a:p>
          <a:p>
            <a:r>
              <a:rPr lang="ja-JP" altLang="en-US" sz="2600" dirty="0"/>
              <a:t>・・・</a:t>
            </a:r>
          </a:p>
        </p:txBody>
      </p:sp>
      <p:sp>
        <p:nvSpPr>
          <p:cNvPr id="5" name="タイトル 4">
            <a:extLst>
              <a:ext uri="{FF2B5EF4-FFF2-40B4-BE49-F238E27FC236}">
                <a16:creationId xmlns:a16="http://schemas.microsoft.com/office/drawing/2014/main" id="{AA8E284E-0150-99EC-EA6E-549046348A08}"/>
              </a:ext>
            </a:extLst>
          </p:cNvPr>
          <p:cNvSpPr>
            <a:spLocks noGrp="1"/>
          </p:cNvSpPr>
          <p:nvPr>
            <p:ph type="title"/>
          </p:nvPr>
        </p:nvSpPr>
        <p:spPr/>
        <p:txBody>
          <a:bodyPr/>
          <a:lstStyle/>
          <a:p>
            <a:r>
              <a:rPr lang="en-US" altLang="ja-JP" dirty="0"/>
              <a:t>Microsoft Agent Framework</a:t>
            </a:r>
            <a:r>
              <a:rPr lang="ja-JP" altLang="en-US" dirty="0"/>
              <a:t> の特長</a:t>
            </a:r>
          </a:p>
        </p:txBody>
      </p:sp>
      <p:sp>
        <p:nvSpPr>
          <p:cNvPr id="3" name="スライド番号プレースホルダー 2">
            <a:extLst>
              <a:ext uri="{FF2B5EF4-FFF2-40B4-BE49-F238E27FC236}">
                <a16:creationId xmlns:a16="http://schemas.microsoft.com/office/drawing/2014/main" id="{1E00F6DF-6C9A-0237-205B-4D02DB4557CC}"/>
              </a:ext>
            </a:extLst>
          </p:cNvPr>
          <p:cNvSpPr>
            <a:spLocks noGrp="1"/>
          </p:cNvSpPr>
          <p:nvPr>
            <p:ph type="sldNum" sz="quarter" idx="11"/>
          </p:nvPr>
        </p:nvSpPr>
        <p:spPr/>
        <p:txBody>
          <a:bodyPr/>
          <a:lstStyle/>
          <a:p>
            <a:fld id="{B01966AA-40F2-4759-97C9-DDA0BED365A6}" type="slidenum">
              <a:rPr kumimoji="1" lang="ja-JP" altLang="en-US" smtClean="0"/>
              <a:pPr/>
              <a:t>44</a:t>
            </a:fld>
            <a:endParaRPr kumimoji="1" lang="ja-JP" altLang="en-US" dirty="0"/>
          </a:p>
        </p:txBody>
      </p:sp>
    </p:spTree>
    <p:extLst>
      <p:ext uri="{BB962C8B-B14F-4D97-AF65-F5344CB8AC3E}">
        <p14:creationId xmlns:p14="http://schemas.microsoft.com/office/powerpoint/2010/main" val="1087295140"/>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プレースホルダー 4">
            <a:extLst>
              <a:ext uri="{FF2B5EF4-FFF2-40B4-BE49-F238E27FC236}">
                <a16:creationId xmlns:a16="http://schemas.microsoft.com/office/drawing/2014/main" id="{1A6D573E-104C-65EF-D937-15D1C0E150D8}"/>
              </a:ext>
            </a:extLst>
          </p:cNvPr>
          <p:cNvSpPr>
            <a:spLocks noGrp="1"/>
          </p:cNvSpPr>
          <p:nvPr>
            <p:ph type="body" sz="quarter" idx="10"/>
          </p:nvPr>
        </p:nvSpPr>
        <p:spPr>
          <a:xfrm>
            <a:off x="269239" y="1189177"/>
            <a:ext cx="11653523" cy="2456955"/>
          </a:xfrm>
        </p:spPr>
        <p:txBody>
          <a:bodyPr/>
          <a:lstStyle/>
          <a:p>
            <a:r>
              <a:rPr lang="en-US" altLang="ja-JP" sz="4000" dirty="0">
                <a:hlinkClick r:id="rId2"/>
              </a:rPr>
              <a:t>Model Context Protocol</a:t>
            </a:r>
            <a:endParaRPr lang="en-US" altLang="ja-JP" sz="4000" dirty="0">
              <a:hlinkClick r:id="rId3"/>
            </a:endParaRPr>
          </a:p>
          <a:p>
            <a:pPr lvl="1"/>
            <a:r>
              <a:rPr lang="en-US" altLang="ja-JP" sz="3600" dirty="0">
                <a:hlinkClick r:id="rId3"/>
              </a:rPr>
              <a:t>The official C# SDK</a:t>
            </a:r>
            <a:r>
              <a:rPr lang="en-US" altLang="ja-JP" dirty="0">
                <a:hlinkClick r:id="rId3"/>
              </a:rPr>
              <a:t> for Model Context Protocol servers and clients</a:t>
            </a:r>
            <a:endParaRPr lang="ja-JP" altLang="en-US" dirty="0"/>
          </a:p>
        </p:txBody>
      </p:sp>
      <p:sp>
        <p:nvSpPr>
          <p:cNvPr id="2" name="タイトル 1">
            <a:extLst>
              <a:ext uri="{FF2B5EF4-FFF2-40B4-BE49-F238E27FC236}">
                <a16:creationId xmlns:a16="http://schemas.microsoft.com/office/drawing/2014/main" id="{6AD62E3A-1C46-B43A-D999-5346812F3CC5}"/>
              </a:ext>
            </a:extLst>
          </p:cNvPr>
          <p:cNvSpPr>
            <a:spLocks noGrp="1"/>
          </p:cNvSpPr>
          <p:nvPr>
            <p:ph type="title"/>
          </p:nvPr>
        </p:nvSpPr>
        <p:spPr/>
        <p:txBody>
          <a:bodyPr/>
          <a:lstStyle/>
          <a:p>
            <a:r>
              <a:rPr kumimoji="1" lang="en-US" altLang="ja-JP" dirty="0"/>
              <a:t>MCP</a:t>
            </a:r>
            <a:r>
              <a:rPr kumimoji="1" lang="ja-JP" altLang="en-US" dirty="0"/>
              <a:t> サーバーと </a:t>
            </a:r>
            <a:r>
              <a:rPr kumimoji="1" lang="en-US" altLang="ja-JP" dirty="0"/>
              <a:t>MCP </a:t>
            </a:r>
            <a:r>
              <a:rPr kumimoji="1" lang="ja-JP" altLang="en-US" dirty="0"/>
              <a:t>クライアントの開発</a:t>
            </a:r>
          </a:p>
        </p:txBody>
      </p:sp>
      <p:sp>
        <p:nvSpPr>
          <p:cNvPr id="3" name="スライド番号プレースホルダー 2">
            <a:extLst>
              <a:ext uri="{FF2B5EF4-FFF2-40B4-BE49-F238E27FC236}">
                <a16:creationId xmlns:a16="http://schemas.microsoft.com/office/drawing/2014/main" id="{7D2566F7-7745-F3D1-B68C-5B4089319545}"/>
              </a:ext>
            </a:extLst>
          </p:cNvPr>
          <p:cNvSpPr>
            <a:spLocks noGrp="1"/>
          </p:cNvSpPr>
          <p:nvPr>
            <p:ph type="sldNum" sz="quarter" idx="11"/>
          </p:nvPr>
        </p:nvSpPr>
        <p:spPr/>
        <p:txBody>
          <a:bodyPr/>
          <a:lstStyle/>
          <a:p>
            <a:fld id="{B01966AA-40F2-4759-97C9-DDA0BED365A6}" type="slidenum">
              <a:rPr kumimoji="1" lang="ja-JP" altLang="en-US" smtClean="0"/>
              <a:pPr/>
              <a:t>45</a:t>
            </a:fld>
            <a:endParaRPr kumimoji="1" lang="ja-JP" altLang="en-US" dirty="0"/>
          </a:p>
        </p:txBody>
      </p:sp>
      <p:pic>
        <p:nvPicPr>
          <p:cNvPr id="7" name="図 6">
            <a:extLst>
              <a:ext uri="{FF2B5EF4-FFF2-40B4-BE49-F238E27FC236}">
                <a16:creationId xmlns:a16="http://schemas.microsoft.com/office/drawing/2014/main" id="{4860064A-75D6-3A79-B1D8-73146472B619}"/>
              </a:ext>
            </a:extLst>
          </p:cNvPr>
          <p:cNvPicPr>
            <a:picLocks noChangeAspect="1"/>
          </p:cNvPicPr>
          <p:nvPr/>
        </p:nvPicPr>
        <p:blipFill>
          <a:blip r:embed="rId4" cstate="print">
            <a:extLst>
              <a:ext uri="{28A0092B-C50C-407E-A947-70E740481C1C}">
                <a14:useLocalDpi xmlns:a14="http://schemas.microsoft.com/office/drawing/2010/main"/>
              </a:ext>
            </a:extLst>
          </a:blip>
          <a:srcRect/>
          <a:stretch>
            <a:fillRect/>
          </a:stretch>
        </p:blipFill>
        <p:spPr>
          <a:xfrm>
            <a:off x="4776449" y="3213099"/>
            <a:ext cx="7070705" cy="3644901"/>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647373249"/>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71C8A81-3B63-30D0-31A4-31892887D410}"/>
              </a:ext>
            </a:extLst>
          </p:cNvPr>
          <p:cNvSpPr>
            <a:spLocks noGrp="1"/>
          </p:cNvSpPr>
          <p:nvPr>
            <p:ph type="body" sz="quarter" idx="10"/>
          </p:nvPr>
        </p:nvSpPr>
        <p:spPr>
          <a:xfrm>
            <a:off x="269240" y="1189177"/>
            <a:ext cx="6100210" cy="4502579"/>
          </a:xfrm>
        </p:spPr>
        <p:txBody>
          <a:bodyPr/>
          <a:lstStyle/>
          <a:p>
            <a:pPr marL="0" indent="0">
              <a:buNone/>
            </a:pPr>
            <a:r>
              <a:rPr lang="en-US" altLang="ja-JP" sz="1600" dirty="0">
                <a:solidFill>
                  <a:schemeClr val="tx1"/>
                </a:solidFill>
              </a:rPr>
              <a:t>You are Claude, an AI assistant created by Anthropic.</a:t>
            </a:r>
          </a:p>
          <a:p>
            <a:pPr marL="0" indent="0">
              <a:buNone/>
            </a:pPr>
            <a:r>
              <a:rPr lang="en-US" altLang="ja-JP" sz="1600" dirty="0">
                <a:solidFill>
                  <a:schemeClr val="tx1"/>
                </a:solidFill>
              </a:rPr>
              <a:t>In this environment you have access to a set of tools you can use to answer the user's question.</a:t>
            </a:r>
          </a:p>
          <a:p>
            <a:pPr marL="0" indent="0">
              <a:buNone/>
            </a:pPr>
            <a:r>
              <a:rPr lang="en-US" altLang="ja-JP" sz="1600" dirty="0">
                <a:solidFill>
                  <a:schemeClr val="tx1"/>
                </a:solidFill>
              </a:rPr>
              <a:t>You can invoke functions by writing a "$FUNCTION_NAME" block like the following as part of your reply to the user:</a:t>
            </a:r>
          </a:p>
          <a:p>
            <a:pPr marL="0" indent="0">
              <a:buNone/>
            </a:pPr>
            <a:r>
              <a:rPr lang="en-US" altLang="ja-JP" sz="1600" dirty="0">
                <a:solidFill>
                  <a:schemeClr val="tx1"/>
                </a:solidFill>
              </a:rPr>
              <a:t>String and scalar parameters should be specified as is, while lists and objects should use JSON format.</a:t>
            </a:r>
          </a:p>
          <a:p>
            <a:pPr marL="0" indent="0">
              <a:buNone/>
            </a:pPr>
            <a:r>
              <a:rPr lang="en-US" altLang="ja-JP" sz="1600" dirty="0">
                <a:solidFill>
                  <a:schemeClr val="tx1"/>
                </a:solidFill>
              </a:rPr>
              <a:t>Here are the functions available in </a:t>
            </a:r>
            <a:r>
              <a:rPr lang="en-US" altLang="ja-JP" sz="1600" dirty="0" err="1">
                <a:solidFill>
                  <a:schemeClr val="tx1"/>
                </a:solidFill>
              </a:rPr>
              <a:t>JSONSchema</a:t>
            </a:r>
            <a:r>
              <a:rPr lang="en-US" altLang="ja-JP" sz="1600" dirty="0">
                <a:solidFill>
                  <a:schemeClr val="tx1"/>
                </a:solidFill>
              </a:rPr>
              <a:t> format:</a:t>
            </a:r>
            <a:endParaRPr kumimoji="1" lang="ja-JP" altLang="en-US" sz="1600" dirty="0">
              <a:solidFill>
                <a:schemeClr val="tx1"/>
              </a:solidFill>
            </a:endParaRPr>
          </a:p>
        </p:txBody>
      </p:sp>
      <p:sp>
        <p:nvSpPr>
          <p:cNvPr id="3" name="タイトル 2">
            <a:extLst>
              <a:ext uri="{FF2B5EF4-FFF2-40B4-BE49-F238E27FC236}">
                <a16:creationId xmlns:a16="http://schemas.microsoft.com/office/drawing/2014/main" id="{741370A4-EE79-9C11-A9F7-AE8FB57AFE3A}"/>
              </a:ext>
            </a:extLst>
          </p:cNvPr>
          <p:cNvSpPr>
            <a:spLocks noGrp="1"/>
          </p:cNvSpPr>
          <p:nvPr>
            <p:ph type="title"/>
          </p:nvPr>
        </p:nvSpPr>
        <p:spPr/>
        <p:txBody>
          <a:bodyPr>
            <a:normAutofit fontScale="90000"/>
          </a:bodyPr>
          <a:lstStyle/>
          <a:p>
            <a:r>
              <a:rPr kumimoji="1" lang="en-US" altLang="ja-JP" sz="3600" dirty="0"/>
              <a:t>【</a:t>
            </a:r>
            <a:r>
              <a:rPr kumimoji="1" lang="ja-JP" altLang="en-US" sz="3600" dirty="0"/>
              <a:t>参考</a:t>
            </a:r>
            <a:r>
              <a:rPr kumimoji="1" lang="en-US" altLang="ja-JP" sz="3600" dirty="0"/>
              <a:t>】</a:t>
            </a:r>
            <a:r>
              <a:rPr kumimoji="1" lang="ja-JP" altLang="en-US" sz="3600" dirty="0"/>
              <a:t> </a:t>
            </a:r>
            <a:r>
              <a:rPr kumimoji="1" lang="en-US" altLang="ja-JP" sz="4400" dirty="0"/>
              <a:t>AI</a:t>
            </a:r>
            <a:r>
              <a:rPr kumimoji="1" lang="ja-JP" altLang="en-US" sz="4400" dirty="0"/>
              <a:t>エージェントのログ </a:t>
            </a:r>
            <a:r>
              <a:rPr kumimoji="1" lang="en-US" altLang="ja-JP" sz="4400" dirty="0"/>
              <a:t>(LLM</a:t>
            </a:r>
            <a:r>
              <a:rPr kumimoji="1" lang="ja-JP" altLang="en-US" sz="4400" dirty="0"/>
              <a:t>への指示の例</a:t>
            </a:r>
            <a:r>
              <a:rPr kumimoji="1" lang="en-US" altLang="ja-JP" sz="4400" dirty="0"/>
              <a:t>)</a:t>
            </a:r>
            <a:endParaRPr kumimoji="1" lang="ja-JP" altLang="en-US" sz="4400" dirty="0"/>
          </a:p>
        </p:txBody>
      </p:sp>
      <p:sp>
        <p:nvSpPr>
          <p:cNvPr id="4" name="スライド番号プレースホルダー 3">
            <a:extLst>
              <a:ext uri="{FF2B5EF4-FFF2-40B4-BE49-F238E27FC236}">
                <a16:creationId xmlns:a16="http://schemas.microsoft.com/office/drawing/2014/main" id="{E10718F2-664F-82CB-D279-6D5C3BB28F5B}"/>
              </a:ext>
            </a:extLst>
          </p:cNvPr>
          <p:cNvSpPr>
            <a:spLocks noGrp="1"/>
          </p:cNvSpPr>
          <p:nvPr>
            <p:ph type="sldNum" sz="quarter" idx="11"/>
          </p:nvPr>
        </p:nvSpPr>
        <p:spPr/>
        <p:txBody>
          <a:bodyPr/>
          <a:lstStyle/>
          <a:p>
            <a:fld id="{B01966AA-40F2-4759-97C9-DDA0BED365A6}" type="slidenum">
              <a:rPr kumimoji="1" lang="ja-JP" altLang="en-US" smtClean="0"/>
              <a:pPr/>
              <a:t>46</a:t>
            </a:fld>
            <a:endParaRPr kumimoji="1" lang="ja-JP" altLang="en-US" dirty="0"/>
          </a:p>
        </p:txBody>
      </p:sp>
      <p:sp>
        <p:nvSpPr>
          <p:cNvPr id="6" name="テキスト ボックス 5">
            <a:extLst>
              <a:ext uri="{FF2B5EF4-FFF2-40B4-BE49-F238E27FC236}">
                <a16:creationId xmlns:a16="http://schemas.microsoft.com/office/drawing/2014/main" id="{79FFC032-3E1B-AB76-3EDC-A76F137D263D}"/>
              </a:ext>
            </a:extLst>
          </p:cNvPr>
          <p:cNvSpPr txBox="1"/>
          <p:nvPr/>
        </p:nvSpPr>
        <p:spPr>
          <a:xfrm>
            <a:off x="301659" y="6300210"/>
            <a:ext cx="11068160" cy="369332"/>
          </a:xfrm>
          <a:prstGeom prst="rect">
            <a:avLst/>
          </a:prstGeom>
          <a:noFill/>
        </p:spPr>
        <p:txBody>
          <a:bodyPr wrap="square">
            <a:spAutoFit/>
          </a:bodyPr>
          <a:lstStyle/>
          <a:p>
            <a:r>
              <a:rPr lang="en-US" altLang="ja-JP" dirty="0">
                <a:hlinkClick r:id="rId3"/>
              </a:rPr>
              <a:t>Shos.AIAgentSample/Documents/aiagentlog.md at master · Fujiwo/</a:t>
            </a:r>
            <a:r>
              <a:rPr lang="en-US" altLang="ja-JP" dirty="0" err="1">
                <a:hlinkClick r:id="rId3"/>
              </a:rPr>
              <a:t>Shos.AIAgentSample</a:t>
            </a:r>
            <a:endParaRPr lang="ja-JP" altLang="en-US" dirty="0"/>
          </a:p>
        </p:txBody>
      </p:sp>
      <p:sp>
        <p:nvSpPr>
          <p:cNvPr id="7" name="テキスト プレースホルダー 1">
            <a:extLst>
              <a:ext uri="{FF2B5EF4-FFF2-40B4-BE49-F238E27FC236}">
                <a16:creationId xmlns:a16="http://schemas.microsoft.com/office/drawing/2014/main" id="{1DFD593C-A405-DC74-51FF-FCDAFEC8FE53}"/>
              </a:ext>
            </a:extLst>
          </p:cNvPr>
          <p:cNvSpPr txBox="1">
            <a:spLocks/>
          </p:cNvSpPr>
          <p:nvPr/>
        </p:nvSpPr>
        <p:spPr>
          <a:xfrm>
            <a:off x="6191795" y="1189177"/>
            <a:ext cx="5915788" cy="4646208"/>
          </a:xfrm>
          <a:prstGeom prst="rect">
            <a:avLst/>
          </a:prstGeom>
        </p:spPr>
        <p:txBody>
          <a:bodyPr vert="horz" wrap="square" lIns="91440" tIns="45720" rIns="91440" bIns="45720" rtlCol="0">
            <a:sp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92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2745"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353"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196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pPr marL="0" indent="0">
              <a:buFont typeface="Wingdings 3" charset="2"/>
              <a:buNone/>
            </a:pPr>
            <a:r>
              <a:rPr lang="en-US" altLang="ja-JP" sz="1600" dirty="0">
                <a:solidFill>
                  <a:schemeClr val="tx1"/>
                </a:solidFill>
              </a:rPr>
              <a:t>&lt;functions&gt;</a:t>
            </a:r>
          </a:p>
          <a:p>
            <a:pPr marL="0" indent="0">
              <a:buFont typeface="Wingdings 3" charset="2"/>
              <a:buNone/>
            </a:pPr>
            <a:r>
              <a:rPr lang="en-US" altLang="ja-JP" sz="1600" dirty="0">
                <a:solidFill>
                  <a:schemeClr val="tx1"/>
                </a:solidFill>
              </a:rPr>
              <a:t>{</a:t>
            </a:r>
          </a:p>
          <a:p>
            <a:pPr marL="0" indent="0">
              <a:buFont typeface="Wingdings 3" charset="2"/>
              <a:buNone/>
            </a:pPr>
            <a:r>
              <a:rPr lang="en-US" altLang="ja-JP" sz="1600" dirty="0">
                <a:solidFill>
                  <a:schemeClr val="tx1"/>
                </a:solidFill>
              </a:rPr>
              <a:t>  "messages": [</a:t>
            </a:r>
          </a:p>
          <a:p>
            <a:pPr marL="0" indent="0">
              <a:buFont typeface="Wingdings 3" charset="2"/>
              <a:buNone/>
            </a:pPr>
            <a:r>
              <a:rPr lang="en-US" altLang="ja-JP" sz="1600" dirty="0">
                <a:solidFill>
                  <a:schemeClr val="tx1"/>
                </a:solidFill>
              </a:rPr>
              <a:t>    {</a:t>
            </a:r>
          </a:p>
          <a:p>
            <a:pPr marL="0" indent="0">
              <a:buFont typeface="Wingdings 3" charset="2"/>
              <a:buNone/>
            </a:pPr>
            <a:r>
              <a:rPr lang="en-US" altLang="ja-JP" sz="1600" dirty="0">
                <a:solidFill>
                  <a:schemeClr val="tx1"/>
                </a:solidFill>
              </a:rPr>
              <a:t>      "role": "user",</a:t>
            </a:r>
          </a:p>
          <a:p>
            <a:pPr marL="0" indent="0">
              <a:buFont typeface="Wingdings 3" charset="2"/>
              <a:buNone/>
            </a:pPr>
            <a:r>
              <a:rPr lang="en-US" altLang="ja-JP" sz="1600" dirty="0">
                <a:solidFill>
                  <a:schemeClr val="tx1"/>
                </a:solidFill>
              </a:rPr>
              <a:t>      "content": "</a:t>
            </a:r>
            <a:r>
              <a:rPr lang="ja-JP" altLang="en-US" sz="1600" dirty="0">
                <a:solidFill>
                  <a:schemeClr val="tx1"/>
                </a:solidFill>
              </a:rPr>
              <a:t>ファイルシステムの内容を確認してください</a:t>
            </a:r>
            <a:r>
              <a:rPr lang="en-US" altLang="ja-JP" sz="1600" dirty="0">
                <a:solidFill>
                  <a:schemeClr val="tx1"/>
                </a:solidFill>
              </a:rPr>
              <a:t>"</a:t>
            </a:r>
            <a:endParaRPr lang="ja-JP" altLang="en-US" sz="1600" dirty="0">
              <a:solidFill>
                <a:schemeClr val="tx1"/>
              </a:solidFill>
            </a:endParaRPr>
          </a:p>
          <a:p>
            <a:pPr marL="0" indent="0">
              <a:buFont typeface="Wingdings 3" charset="2"/>
              <a:buNone/>
            </a:pPr>
            <a:r>
              <a:rPr lang="ja-JP" altLang="en-US" sz="1600" dirty="0">
                <a:solidFill>
                  <a:schemeClr val="tx1"/>
                </a:solidFill>
              </a:rPr>
              <a:t>    </a:t>
            </a:r>
            <a:r>
              <a:rPr lang="en-US" altLang="ja-JP" sz="1600" dirty="0">
                <a:solidFill>
                  <a:schemeClr val="tx1"/>
                </a:solidFill>
              </a:rPr>
              <a:t>}</a:t>
            </a:r>
          </a:p>
          <a:p>
            <a:pPr marL="0" indent="0">
              <a:buFont typeface="Wingdings 3" charset="2"/>
              <a:buNone/>
            </a:pPr>
            <a:r>
              <a:rPr lang="en-US" altLang="ja-JP" sz="1600" dirty="0">
                <a:solidFill>
                  <a:schemeClr val="tx1"/>
                </a:solidFill>
              </a:rPr>
              <a:t>  ],</a:t>
            </a:r>
          </a:p>
          <a:p>
            <a:pPr marL="0" indent="0">
              <a:buFont typeface="Wingdings 3" charset="2"/>
              <a:buNone/>
            </a:pPr>
            <a:r>
              <a:rPr lang="en-US" altLang="ja-JP" sz="1600" dirty="0">
                <a:solidFill>
                  <a:schemeClr val="tx1"/>
                </a:solidFill>
              </a:rPr>
              <a:t>  "tools": [</a:t>
            </a:r>
          </a:p>
          <a:p>
            <a:pPr marL="0" indent="0">
              <a:buFont typeface="Wingdings 3" charset="2"/>
              <a:buNone/>
            </a:pPr>
            <a:r>
              <a:rPr lang="en-US" altLang="ja-JP" sz="1600" dirty="0">
                <a:solidFill>
                  <a:schemeClr val="tx1"/>
                </a:solidFill>
              </a:rPr>
              <a:t>    {</a:t>
            </a:r>
            <a:endParaRPr lang="ja-JP" altLang="en-US" sz="1600" dirty="0">
              <a:solidFill>
                <a:schemeClr val="tx1"/>
              </a:solidFill>
            </a:endParaRPr>
          </a:p>
        </p:txBody>
      </p:sp>
      <p:cxnSp>
        <p:nvCxnSpPr>
          <p:cNvPr id="9" name="直線コネクタ 8">
            <a:extLst>
              <a:ext uri="{FF2B5EF4-FFF2-40B4-BE49-F238E27FC236}">
                <a16:creationId xmlns:a16="http://schemas.microsoft.com/office/drawing/2014/main" id="{511ED383-A0B8-E2AF-4D2F-EEFC7703E61F}"/>
              </a:ext>
            </a:extLst>
          </p:cNvPr>
          <p:cNvCxnSpPr/>
          <p:nvPr/>
        </p:nvCxnSpPr>
        <p:spPr>
          <a:xfrm>
            <a:off x="6249271" y="1312332"/>
            <a:ext cx="0" cy="4712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453278"/>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A039FC-766B-C7AE-E7C6-BE309D51319B}"/>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4"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5" name="Isosceles Triangle 14">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6"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Isosceles Triangle 18">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Isosceles Triangle 19">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5" name="図 4" descr="コンピューターグラフィック黒のキーボード&#10;&#10;AI 生成コンテンツは誤りを含む可能性があります。">
            <a:extLst>
              <a:ext uri="{FF2B5EF4-FFF2-40B4-BE49-F238E27FC236}">
                <a16:creationId xmlns:a16="http://schemas.microsoft.com/office/drawing/2014/main" id="{8CF4ED02-A59F-4405-A0DC-512E062EB1C7}"/>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4269854" y="-1"/>
            <a:ext cx="7922146"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3" name="タイトル 2">
            <a:extLst>
              <a:ext uri="{FF2B5EF4-FFF2-40B4-BE49-F238E27FC236}">
                <a16:creationId xmlns:a16="http://schemas.microsoft.com/office/drawing/2014/main" id="{5208E9DD-CAE4-B8C1-DD28-9275CE6BF0E6}"/>
              </a:ext>
            </a:extLst>
          </p:cNvPr>
          <p:cNvSpPr>
            <a:spLocks noGrp="1"/>
          </p:cNvSpPr>
          <p:nvPr>
            <p:ph type="title"/>
          </p:nvPr>
        </p:nvSpPr>
        <p:spPr>
          <a:xfrm>
            <a:off x="431800" y="1678666"/>
            <a:ext cx="5322419" cy="2369093"/>
          </a:xfrm>
        </p:spPr>
        <p:txBody>
          <a:bodyPr vert="horz" lIns="91440" tIns="45720" rIns="91440" bIns="45720" rtlCol="0" anchor="b">
            <a:normAutofit/>
          </a:bodyPr>
          <a:lstStyle/>
          <a:p>
            <a:pPr algn="r" defTabSz="457200"/>
            <a:r>
              <a:rPr lang="ja-JP" altLang="en-US" sz="4800" dirty="0">
                <a:solidFill>
                  <a:schemeClr val="accent1"/>
                </a:solidFill>
                <a:hlinkClick r:id="rId3"/>
              </a:rPr>
              <a:t>チュートリアル</a:t>
            </a:r>
            <a:br>
              <a:rPr lang="en-US" altLang="ja-JP" sz="4800" dirty="0">
                <a:solidFill>
                  <a:schemeClr val="accent1"/>
                </a:solidFill>
              </a:rPr>
            </a:br>
            <a:r>
              <a:rPr lang="ja-JP" altLang="en-US" sz="1400" dirty="0">
                <a:hlinkClick r:id="rId3"/>
              </a:rPr>
              <a:t>https://github.com/Fujiwo/Shos.AIAgentSample/</a:t>
            </a:r>
            <a:endParaRPr kumimoji="1" lang="en-US" altLang="ja-JP" sz="4800" dirty="0">
              <a:solidFill>
                <a:schemeClr val="accent1"/>
              </a:solidFill>
            </a:endParaRPr>
          </a:p>
        </p:txBody>
      </p:sp>
      <p:cxnSp>
        <p:nvCxnSpPr>
          <p:cNvPr id="22" name="Straight Connector 21">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8"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0"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 name="スライド番号プレースホルダー 3">
            <a:extLst>
              <a:ext uri="{FF2B5EF4-FFF2-40B4-BE49-F238E27FC236}">
                <a16:creationId xmlns:a16="http://schemas.microsoft.com/office/drawing/2014/main" id="{1CFB2D12-366E-E5FC-E6EF-BD76BB493B4E}"/>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rgbClr val="FFFFFF"/>
                </a:solidFill>
                <a:latin typeface="+mn-lt"/>
                <a:ea typeface="+mn-ea"/>
              </a:rPr>
              <a:pPr defTabSz="914400">
                <a:spcAft>
                  <a:spcPts val="600"/>
                </a:spcAft>
              </a:pPr>
              <a:t>47</a:t>
            </a:fld>
            <a:endParaRPr kumimoji="1" lang="en-US" altLang="ja-JP" sz="900">
              <a:solidFill>
                <a:srgbClr val="FFFFFF"/>
              </a:solidFill>
              <a:latin typeface="+mn-lt"/>
              <a:ea typeface="+mn-ea"/>
            </a:endParaRPr>
          </a:p>
        </p:txBody>
      </p:sp>
      <p:sp>
        <p:nvSpPr>
          <p:cNvPr id="32"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4"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6"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8"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37552177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040DA-07DB-3A82-693F-999FF6B805DC}"/>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7C0F0C8-4F75-9899-18A8-B57C8730F29F}"/>
              </a:ext>
            </a:extLst>
          </p:cNvPr>
          <p:cNvSpPr>
            <a:spLocks noGrp="1"/>
          </p:cNvSpPr>
          <p:nvPr>
            <p:ph type="body" sz="quarter" idx="10"/>
          </p:nvPr>
        </p:nvSpPr>
        <p:spPr>
          <a:xfrm>
            <a:off x="269239" y="1189495"/>
            <a:ext cx="11653523" cy="5086392"/>
          </a:xfrm>
        </p:spPr>
        <p:txBody>
          <a:bodyPr/>
          <a:lstStyle/>
          <a:p>
            <a:r>
              <a:rPr lang="ja-JP" altLang="en-US" sz="3200" dirty="0"/>
              <a:t>前回の復習</a:t>
            </a:r>
            <a:endParaRPr lang="en-US" altLang="ja-JP" sz="3200" dirty="0"/>
          </a:p>
          <a:p>
            <a:pPr lvl="1"/>
            <a:r>
              <a:rPr lang="ja-JP" altLang="en-US" sz="2400" dirty="0"/>
              <a:t>生成 </a:t>
            </a:r>
            <a:r>
              <a:rPr lang="en-US" altLang="ja-JP" sz="2400" dirty="0"/>
              <a:t>AI</a:t>
            </a:r>
          </a:p>
          <a:p>
            <a:pPr lvl="1"/>
            <a:r>
              <a:rPr lang="en-US" altLang="ja-JP" sz="2400" dirty="0"/>
              <a:t>AI</a:t>
            </a:r>
            <a:r>
              <a:rPr lang="ja-JP" altLang="en-US" sz="2400" dirty="0"/>
              <a:t>エージェント</a:t>
            </a:r>
          </a:p>
          <a:p>
            <a:pPr lvl="1"/>
            <a:r>
              <a:rPr lang="en-US" altLang="ja-JP" sz="2400" dirty="0"/>
              <a:t>MCP (Model Context Protocol)</a:t>
            </a:r>
          </a:p>
          <a:p>
            <a:r>
              <a:rPr lang="en-US" altLang="ja-JP" sz="3200" dirty="0"/>
              <a:t>AI</a:t>
            </a:r>
            <a:r>
              <a:rPr lang="ja-JP" altLang="en-US" sz="3200" dirty="0"/>
              <a:t>エージェントと</a:t>
            </a:r>
            <a:r>
              <a:rPr lang="en-US" altLang="ja-JP" sz="3200" dirty="0"/>
              <a:t>MCP</a:t>
            </a:r>
            <a:r>
              <a:rPr lang="ja-JP" altLang="en-US" sz="3200" dirty="0"/>
              <a:t>サーバーの開発</a:t>
            </a:r>
            <a:endParaRPr lang="en-US" altLang="ja-JP" sz="3200" dirty="0"/>
          </a:p>
          <a:p>
            <a:pPr lvl="1"/>
            <a:r>
              <a:rPr lang="en-US" altLang="ja-JP" sz="2400" dirty="0"/>
              <a:t>Microsoft Agent Framework</a:t>
            </a:r>
          </a:p>
          <a:p>
            <a:r>
              <a:rPr lang="ja-JP" altLang="en-US" sz="3576" dirty="0"/>
              <a:t>チュートリアル</a:t>
            </a:r>
          </a:p>
        </p:txBody>
      </p:sp>
      <p:sp>
        <p:nvSpPr>
          <p:cNvPr id="3" name="タイトル 2">
            <a:extLst>
              <a:ext uri="{FF2B5EF4-FFF2-40B4-BE49-F238E27FC236}">
                <a16:creationId xmlns:a16="http://schemas.microsoft.com/office/drawing/2014/main" id="{A55E59EA-F7EF-2407-BE27-1C71BF36F7F8}"/>
              </a:ext>
            </a:extLst>
          </p:cNvPr>
          <p:cNvSpPr>
            <a:spLocks noGrp="1"/>
          </p:cNvSpPr>
          <p:nvPr>
            <p:ph type="title"/>
          </p:nvPr>
        </p:nvSpPr>
        <p:spPr>
          <a:xfrm>
            <a:off x="304833" y="373242"/>
            <a:ext cx="11887167" cy="939208"/>
          </a:xfrm>
        </p:spPr>
        <p:txBody>
          <a:bodyPr>
            <a:normAutofit/>
          </a:bodyPr>
          <a:lstStyle/>
          <a:p>
            <a:r>
              <a:rPr lang="ja-JP" altLang="en-US" dirty="0"/>
              <a:t>まとめ</a:t>
            </a:r>
            <a:endParaRPr kumimoji="1" lang="ja-JP" altLang="en-US" dirty="0"/>
          </a:p>
        </p:txBody>
      </p:sp>
      <p:grpSp>
        <p:nvGrpSpPr>
          <p:cNvPr id="41" name="グループ化 40">
            <a:extLst>
              <a:ext uri="{FF2B5EF4-FFF2-40B4-BE49-F238E27FC236}">
                <a16:creationId xmlns:a16="http://schemas.microsoft.com/office/drawing/2014/main" id="{1FFD004E-7ECD-E855-A0F8-89473D89E70D}"/>
              </a:ext>
            </a:extLst>
          </p:cNvPr>
          <p:cNvGrpSpPr/>
          <p:nvPr/>
        </p:nvGrpSpPr>
        <p:grpSpPr>
          <a:xfrm>
            <a:off x="7356801" y="1312450"/>
            <a:ext cx="4700580" cy="2244564"/>
            <a:chOff x="2012716" y="1972982"/>
            <a:chExt cx="7850430" cy="3625767"/>
          </a:xfrm>
        </p:grpSpPr>
        <p:cxnSp>
          <p:nvCxnSpPr>
            <p:cNvPr id="4" name="直線矢印コネクタ 3">
              <a:extLst>
                <a:ext uri="{FF2B5EF4-FFF2-40B4-BE49-F238E27FC236}">
                  <a16:creationId xmlns:a16="http://schemas.microsoft.com/office/drawing/2014/main" id="{2E70DD65-8220-38F1-EA05-BF001C7EC88C}"/>
                </a:ext>
              </a:extLst>
            </p:cNvPr>
            <p:cNvCxnSpPr>
              <a:cxnSpLocks/>
            </p:cNvCxnSpPr>
            <p:nvPr/>
          </p:nvCxnSpPr>
          <p:spPr>
            <a:xfrm flipV="1">
              <a:off x="3887078" y="3114825"/>
              <a:ext cx="1631514" cy="1880087"/>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 name="楕円 4">
              <a:extLst>
                <a:ext uri="{FF2B5EF4-FFF2-40B4-BE49-F238E27FC236}">
                  <a16:creationId xmlns:a16="http://schemas.microsoft.com/office/drawing/2014/main" id="{F93B5114-ADAA-750F-157C-D833739E5F90}"/>
                </a:ext>
              </a:extLst>
            </p:cNvPr>
            <p:cNvSpPr/>
            <p:nvPr/>
          </p:nvSpPr>
          <p:spPr bwMode="auto">
            <a:xfrm>
              <a:off x="3131913" y="198576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6" name="楕円 5">
              <a:extLst>
                <a:ext uri="{FF2B5EF4-FFF2-40B4-BE49-F238E27FC236}">
                  <a16:creationId xmlns:a16="http://schemas.microsoft.com/office/drawing/2014/main" id="{8DCBDBEC-52FB-F01D-4BE2-DD2B3DC539AC}"/>
                </a:ext>
              </a:extLst>
            </p:cNvPr>
            <p:cNvSpPr/>
            <p:nvPr/>
          </p:nvSpPr>
          <p:spPr bwMode="auto">
            <a:xfrm>
              <a:off x="3131913" y="3402749"/>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7" name="楕円 6">
              <a:extLst>
                <a:ext uri="{FF2B5EF4-FFF2-40B4-BE49-F238E27FC236}">
                  <a16:creationId xmlns:a16="http://schemas.microsoft.com/office/drawing/2014/main" id="{F1A52E99-6D07-1658-11F1-D8FF13A7BD38}"/>
                </a:ext>
              </a:extLst>
            </p:cNvPr>
            <p:cNvSpPr/>
            <p:nvPr/>
          </p:nvSpPr>
          <p:spPr bwMode="auto">
            <a:xfrm>
              <a:off x="5470713" y="3406973"/>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8" name="楕円 7">
              <a:extLst>
                <a:ext uri="{FF2B5EF4-FFF2-40B4-BE49-F238E27FC236}">
                  <a16:creationId xmlns:a16="http://schemas.microsoft.com/office/drawing/2014/main" id="{8966B6D7-2EDB-CBDA-0A11-FF86DF774657}"/>
                </a:ext>
              </a:extLst>
            </p:cNvPr>
            <p:cNvSpPr/>
            <p:nvPr/>
          </p:nvSpPr>
          <p:spPr bwMode="auto">
            <a:xfrm>
              <a:off x="5481883" y="1972982"/>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9" name="楕円 8">
              <a:extLst>
                <a:ext uri="{FF2B5EF4-FFF2-40B4-BE49-F238E27FC236}">
                  <a16:creationId xmlns:a16="http://schemas.microsoft.com/office/drawing/2014/main" id="{556CD6A3-1ADD-AA0E-0DFA-3D1F30CCF127}"/>
                </a:ext>
              </a:extLst>
            </p:cNvPr>
            <p:cNvSpPr/>
            <p:nvPr/>
          </p:nvSpPr>
          <p:spPr bwMode="auto">
            <a:xfrm>
              <a:off x="7797615" y="267664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cxnSp>
          <p:nvCxnSpPr>
            <p:cNvPr id="10" name="直線矢印コネクタ 9">
              <a:extLst>
                <a:ext uri="{FF2B5EF4-FFF2-40B4-BE49-F238E27FC236}">
                  <a16:creationId xmlns:a16="http://schemas.microsoft.com/office/drawing/2014/main" id="{AC24BD82-7DB4-DB16-8CE7-17BE4B5AD9FA}"/>
                </a:ext>
              </a:extLst>
            </p:cNvPr>
            <p:cNvCxnSpPr>
              <a:cxnSpLocks/>
            </p:cNvCxnSpPr>
            <p:nvPr/>
          </p:nvCxnSpPr>
          <p:spPr>
            <a:xfrm>
              <a:off x="4068421" y="2437653"/>
              <a:ext cx="1065200"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594F2AED-CDB4-82C4-5140-24B65AC68449}"/>
                </a:ext>
              </a:extLst>
            </p:cNvPr>
            <p:cNvCxnSpPr>
              <a:cxnSpLocks/>
            </p:cNvCxnSpPr>
            <p:nvPr/>
          </p:nvCxnSpPr>
          <p:spPr>
            <a:xfrm>
              <a:off x="3973996" y="2664164"/>
              <a:ext cx="1195383" cy="78604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ADB30B07-0F62-297D-88D5-BBC997644D23}"/>
                </a:ext>
              </a:extLst>
            </p:cNvPr>
            <p:cNvCxnSpPr>
              <a:cxnSpLocks/>
            </p:cNvCxnSpPr>
            <p:nvPr/>
          </p:nvCxnSpPr>
          <p:spPr>
            <a:xfrm flipV="1">
              <a:off x="3990438" y="2823082"/>
              <a:ext cx="1264443" cy="786674"/>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BB7F8D57-5C32-2875-78C6-0A427BBADEC1}"/>
                </a:ext>
              </a:extLst>
            </p:cNvPr>
            <p:cNvCxnSpPr>
              <a:cxnSpLocks/>
            </p:cNvCxnSpPr>
            <p:nvPr/>
          </p:nvCxnSpPr>
          <p:spPr>
            <a:xfrm>
              <a:off x="4022010" y="3729331"/>
              <a:ext cx="1136199"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E0FE740-7ACC-B4CF-7F04-64FC3A7A5A0C}"/>
                </a:ext>
              </a:extLst>
            </p:cNvPr>
            <p:cNvCxnSpPr>
              <a:cxnSpLocks/>
            </p:cNvCxnSpPr>
            <p:nvPr/>
          </p:nvCxnSpPr>
          <p:spPr>
            <a:xfrm>
              <a:off x="6406247" y="2551233"/>
              <a:ext cx="1035910" cy="28263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C0E1D6EC-0F7D-43BC-6CC6-1F787E6F4AD5}"/>
                </a:ext>
              </a:extLst>
            </p:cNvPr>
            <p:cNvCxnSpPr>
              <a:cxnSpLocks/>
              <a:stCxn id="7" idx="6"/>
            </p:cNvCxnSpPr>
            <p:nvPr/>
          </p:nvCxnSpPr>
          <p:spPr>
            <a:xfrm flipV="1">
              <a:off x="6324789" y="3344611"/>
              <a:ext cx="1106973" cy="48940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B54C03B2-440A-7046-062A-597C47F1456D}"/>
                </a:ext>
              </a:extLst>
            </p:cNvPr>
            <p:cNvCxnSpPr>
              <a:cxnSpLocks/>
            </p:cNvCxnSpPr>
            <p:nvPr/>
          </p:nvCxnSpPr>
          <p:spPr>
            <a:xfrm>
              <a:off x="2012716" y="2410623"/>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E8F103C7-74AF-ED21-8BAC-FD6F7C930BD3}"/>
                </a:ext>
              </a:extLst>
            </p:cNvPr>
            <p:cNvCxnSpPr>
              <a:cxnSpLocks/>
            </p:cNvCxnSpPr>
            <p:nvPr/>
          </p:nvCxnSpPr>
          <p:spPr>
            <a:xfrm>
              <a:off x="2014734" y="382760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B8C256D9-A867-8AE3-6D84-DF492F17620C}"/>
                </a:ext>
              </a:extLst>
            </p:cNvPr>
            <p:cNvCxnSpPr>
              <a:cxnSpLocks/>
            </p:cNvCxnSpPr>
            <p:nvPr/>
          </p:nvCxnSpPr>
          <p:spPr>
            <a:xfrm>
              <a:off x="8866173" y="310368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6" name="楕円 25">
              <a:extLst>
                <a:ext uri="{FF2B5EF4-FFF2-40B4-BE49-F238E27FC236}">
                  <a16:creationId xmlns:a16="http://schemas.microsoft.com/office/drawing/2014/main" id="{521389E7-9101-C42C-D9F2-F234D7B12926}"/>
                </a:ext>
              </a:extLst>
            </p:cNvPr>
            <p:cNvSpPr/>
            <p:nvPr/>
          </p:nvSpPr>
          <p:spPr bwMode="auto">
            <a:xfrm flipV="1">
              <a:off x="5169829" y="228973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7" name="楕円 26">
              <a:extLst>
                <a:ext uri="{FF2B5EF4-FFF2-40B4-BE49-F238E27FC236}">
                  <a16:creationId xmlns:a16="http://schemas.microsoft.com/office/drawing/2014/main" id="{0E791BE3-869A-43CF-3199-1A3A04300420}"/>
                </a:ext>
              </a:extLst>
            </p:cNvPr>
            <p:cNvSpPr/>
            <p:nvPr/>
          </p:nvSpPr>
          <p:spPr bwMode="auto">
            <a:xfrm flipV="1">
              <a:off x="5261427" y="25858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8" name="楕円 27">
              <a:extLst>
                <a:ext uri="{FF2B5EF4-FFF2-40B4-BE49-F238E27FC236}">
                  <a16:creationId xmlns:a16="http://schemas.microsoft.com/office/drawing/2014/main" id="{6F3F3E2D-1211-7F99-7244-19D96113C051}"/>
                </a:ext>
              </a:extLst>
            </p:cNvPr>
            <p:cNvSpPr/>
            <p:nvPr/>
          </p:nvSpPr>
          <p:spPr bwMode="auto">
            <a:xfrm>
              <a:off x="3216028" y="4935391"/>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sp>
          <p:nvSpPr>
            <p:cNvPr id="31" name="楕円 30">
              <a:extLst>
                <a:ext uri="{FF2B5EF4-FFF2-40B4-BE49-F238E27FC236}">
                  <a16:creationId xmlns:a16="http://schemas.microsoft.com/office/drawing/2014/main" id="{6681CC5C-9325-21F9-6C37-273A35C482C1}"/>
                </a:ext>
              </a:extLst>
            </p:cNvPr>
            <p:cNvSpPr/>
            <p:nvPr/>
          </p:nvSpPr>
          <p:spPr bwMode="auto">
            <a:xfrm flipV="1">
              <a:off x="5510343" y="28082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2" name="楕円 31">
              <a:extLst>
                <a:ext uri="{FF2B5EF4-FFF2-40B4-BE49-F238E27FC236}">
                  <a16:creationId xmlns:a16="http://schemas.microsoft.com/office/drawing/2014/main" id="{0DE2ECBD-EA64-27F5-D2C9-0876473236B9}"/>
                </a:ext>
              </a:extLst>
            </p:cNvPr>
            <p:cNvSpPr/>
            <p:nvPr/>
          </p:nvSpPr>
          <p:spPr bwMode="auto">
            <a:xfrm flipV="1">
              <a:off x="5291097" y="404209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3" name="楕円 32">
              <a:extLst>
                <a:ext uri="{FF2B5EF4-FFF2-40B4-BE49-F238E27FC236}">
                  <a16:creationId xmlns:a16="http://schemas.microsoft.com/office/drawing/2014/main" id="{18D0C80E-18DE-76D7-BE02-3BD708B2090C}"/>
                </a:ext>
              </a:extLst>
            </p:cNvPr>
            <p:cNvSpPr/>
            <p:nvPr/>
          </p:nvSpPr>
          <p:spPr bwMode="auto">
            <a:xfrm flipV="1">
              <a:off x="5147701" y="3741356"/>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4" name="楕円 33">
              <a:extLst>
                <a:ext uri="{FF2B5EF4-FFF2-40B4-BE49-F238E27FC236}">
                  <a16:creationId xmlns:a16="http://schemas.microsoft.com/office/drawing/2014/main" id="{55EC360C-6D7A-CD8F-D28F-57A29D8B4974}"/>
                </a:ext>
              </a:extLst>
            </p:cNvPr>
            <p:cNvSpPr/>
            <p:nvPr/>
          </p:nvSpPr>
          <p:spPr bwMode="auto">
            <a:xfrm flipV="1">
              <a:off x="5229088" y="3382159"/>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5" name="楕円 34">
              <a:extLst>
                <a:ext uri="{FF2B5EF4-FFF2-40B4-BE49-F238E27FC236}">
                  <a16:creationId xmlns:a16="http://schemas.microsoft.com/office/drawing/2014/main" id="{69EFCA05-6577-1D65-8D17-B168019E9777}"/>
                </a:ext>
              </a:extLst>
            </p:cNvPr>
            <p:cNvSpPr/>
            <p:nvPr/>
          </p:nvSpPr>
          <p:spPr bwMode="auto">
            <a:xfrm>
              <a:off x="5577299" y="4935506"/>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cxnSp>
          <p:nvCxnSpPr>
            <p:cNvPr id="36" name="直線矢印コネクタ 35">
              <a:extLst>
                <a:ext uri="{FF2B5EF4-FFF2-40B4-BE49-F238E27FC236}">
                  <a16:creationId xmlns:a16="http://schemas.microsoft.com/office/drawing/2014/main" id="{348EF29C-9D6D-3D7C-F094-4A5970D5F78A}"/>
                </a:ext>
              </a:extLst>
            </p:cNvPr>
            <p:cNvCxnSpPr>
              <a:cxnSpLocks/>
            </p:cNvCxnSpPr>
            <p:nvPr/>
          </p:nvCxnSpPr>
          <p:spPr>
            <a:xfrm flipV="1">
              <a:off x="3918290" y="4268849"/>
              <a:ext cx="1364718" cy="831596"/>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8BB85F6F-7023-933B-3D74-5279BC5DAB9B}"/>
                </a:ext>
              </a:extLst>
            </p:cNvPr>
            <p:cNvCxnSpPr>
              <a:cxnSpLocks/>
            </p:cNvCxnSpPr>
            <p:nvPr/>
          </p:nvCxnSpPr>
          <p:spPr>
            <a:xfrm flipV="1">
              <a:off x="6240542" y="3777886"/>
              <a:ext cx="1460401" cy="129747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8" name="楕円 37">
              <a:extLst>
                <a:ext uri="{FF2B5EF4-FFF2-40B4-BE49-F238E27FC236}">
                  <a16:creationId xmlns:a16="http://schemas.microsoft.com/office/drawing/2014/main" id="{1DACBA3C-4AC8-7BF9-117D-EC20D15B61BA}"/>
                </a:ext>
              </a:extLst>
            </p:cNvPr>
            <p:cNvSpPr/>
            <p:nvPr/>
          </p:nvSpPr>
          <p:spPr bwMode="auto">
            <a:xfrm flipV="1">
              <a:off x="7484774" y="274161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9" name="楕円 38">
              <a:extLst>
                <a:ext uri="{FF2B5EF4-FFF2-40B4-BE49-F238E27FC236}">
                  <a16:creationId xmlns:a16="http://schemas.microsoft.com/office/drawing/2014/main" id="{134F8544-5A91-560B-7F1B-D963029CCBC1}"/>
                </a:ext>
              </a:extLst>
            </p:cNvPr>
            <p:cNvSpPr/>
            <p:nvPr/>
          </p:nvSpPr>
          <p:spPr bwMode="auto">
            <a:xfrm flipV="1">
              <a:off x="7483640" y="31295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40" name="楕円 39">
              <a:extLst>
                <a:ext uri="{FF2B5EF4-FFF2-40B4-BE49-F238E27FC236}">
                  <a16:creationId xmlns:a16="http://schemas.microsoft.com/office/drawing/2014/main" id="{D1D87DC3-8774-14AD-AE0B-ED12AFD09EA3}"/>
                </a:ext>
              </a:extLst>
            </p:cNvPr>
            <p:cNvSpPr/>
            <p:nvPr/>
          </p:nvSpPr>
          <p:spPr bwMode="auto">
            <a:xfrm flipV="1">
              <a:off x="7688495" y="346515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grpSp>
      <p:sp>
        <p:nvSpPr>
          <p:cNvPr id="43" name="スライド番号プレースホルダー 2">
            <a:extLst>
              <a:ext uri="{FF2B5EF4-FFF2-40B4-BE49-F238E27FC236}">
                <a16:creationId xmlns:a16="http://schemas.microsoft.com/office/drawing/2014/main" id="{737D76E1-993B-4E70-6DC5-A21D4F6C456B}"/>
              </a:ext>
            </a:extLst>
          </p:cNvPr>
          <p:cNvSpPr>
            <a:spLocks noGrp="1"/>
          </p:cNvSpPr>
          <p:nvPr>
            <p:ph type="sldNum" sz="quarter" idx="11"/>
          </p:nvPr>
        </p:nvSpPr>
        <p:spPr>
          <a:xfrm>
            <a:off x="11509375" y="6611938"/>
            <a:ext cx="682625" cy="238125"/>
          </a:xfrm>
        </p:spPr>
        <p:txBody>
          <a:bodyPr/>
          <a:lstStyle/>
          <a:p>
            <a:fld id="{B01966AA-40F2-4759-97C9-DDA0BED365A6}" type="slidenum">
              <a:rPr kumimoji="1" lang="ja-JP" altLang="en-US" smtClean="0">
                <a:latin typeface="BIZ UDPゴシック" panose="020B0400000000000000" pitchFamily="50" charset="-128"/>
                <a:ea typeface="BIZ UDPゴシック" panose="020B0400000000000000" pitchFamily="50" charset="-128"/>
              </a:rPr>
              <a:pPr/>
              <a:t>48</a:t>
            </a:fld>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956172400"/>
      </p:ext>
    </p:extLst>
  </p:cSld>
  <p:clrMapOvr>
    <a:masterClrMapping/>
  </p:clrMapOvr>
  <p:transition>
    <p:fade/>
  </p:transition>
</p:sld>
</file>

<file path=ppt/theme/theme1.xml><?xml version="1.0" encoding="utf-8"?>
<a:theme xmlns:a="http://schemas.openxmlformats.org/drawingml/2006/main" name="1_ファセット">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ファセット">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1696</Words>
  <Application>Microsoft Office PowerPoint</Application>
  <PresentationFormat>ワイド画面</PresentationFormat>
  <Paragraphs>328</Paragraphs>
  <Slides>49</Slides>
  <Notes>7</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49</vt:i4>
      </vt:variant>
    </vt:vector>
  </HeadingPairs>
  <TitlesOfParts>
    <vt:vector size="53" baseType="lpstr">
      <vt:lpstr>Wingdings 3</vt:lpstr>
      <vt:lpstr>BIZ UDPゴシック</vt:lpstr>
      <vt:lpstr>游ゴシック</vt:lpstr>
      <vt:lpstr>1_ファセット</vt:lpstr>
      <vt:lpstr>ITエンジニア (Developer) 向け AIエージェント開発 ハンズオンセミナー</vt:lpstr>
      <vt:lpstr>自己紹介</vt:lpstr>
      <vt:lpstr>社内での取り組み</vt:lpstr>
      <vt:lpstr>社外での取り組み</vt:lpstr>
      <vt:lpstr>アジェンダ</vt:lpstr>
      <vt:lpstr>前回の復習 </vt:lpstr>
      <vt:lpstr>生成AI</vt:lpstr>
      <vt:lpstr>生成AI</vt:lpstr>
      <vt:lpstr>LLM (Large Language Models:大規模言語モデル)</vt:lpstr>
      <vt:lpstr>PowerPoint プレゼンテーション</vt:lpstr>
      <vt:lpstr>AIエージェント</vt:lpstr>
      <vt:lpstr>生成AIとAIエージェント</vt:lpstr>
      <vt:lpstr>AIエージェントの例 (主にコーディング関連)</vt:lpstr>
      <vt:lpstr>PowerPoint プレゼンテーション</vt:lpstr>
      <vt:lpstr>PowerPoint プレゼンテーション</vt:lpstr>
      <vt:lpstr>PowerPoint プレゼンテーション</vt:lpstr>
      <vt:lpstr>PowerPoint プレゼンテーション</vt:lpstr>
      <vt:lpstr>AIエージェントの例</vt:lpstr>
      <vt:lpstr>MCP (Model Context Protocol)</vt:lpstr>
      <vt:lpstr>MCP (Model Context Protocol)</vt:lpstr>
      <vt:lpstr>MCP (Model Context Protocol)</vt:lpstr>
      <vt:lpstr>MCP (Model Context Protocol)</vt:lpstr>
      <vt:lpstr>MCP Server</vt:lpstr>
      <vt:lpstr>MCP (Model Context Protocol)</vt:lpstr>
      <vt:lpstr>MCP (Model Context Protocol)</vt:lpstr>
      <vt:lpstr>MCP (Model Context Protocol)</vt:lpstr>
      <vt:lpstr>MCP (Model Context Protocol)</vt:lpstr>
      <vt:lpstr>MCP (Model Context Protocol)</vt:lpstr>
      <vt:lpstr>MCP (Model Context Protocol)</vt:lpstr>
      <vt:lpstr>MCP (Model Context Protocol)</vt:lpstr>
      <vt:lpstr>MCP (Model Context Protocol)</vt:lpstr>
      <vt:lpstr>【参考】 Function Calling</vt:lpstr>
      <vt:lpstr>【参考】 Function Calling と MCP</vt:lpstr>
      <vt:lpstr>【参考】 RAG (Retrieval-Augmented Generation) </vt:lpstr>
      <vt:lpstr>【参考】 RAG (Retrieval-Augmented Generation) </vt:lpstr>
      <vt:lpstr>【参考】 ファインチューニング</vt:lpstr>
      <vt:lpstr>【参考】 A2A (Agent-to-Agent)</vt:lpstr>
      <vt:lpstr>AIエージェントとMCPサーバーの開発</vt:lpstr>
      <vt:lpstr>SemanticKernel (AIエージェント構築用ミドルウェア)</vt:lpstr>
      <vt:lpstr>PowerPoint プレゼンテーション</vt:lpstr>
      <vt:lpstr>Microsoft Agent Framework </vt:lpstr>
      <vt:lpstr>Microsoft Agent Framework</vt:lpstr>
      <vt:lpstr>Microsoft Agent Framework</vt:lpstr>
      <vt:lpstr>PowerPoint プレゼンテーション</vt:lpstr>
      <vt:lpstr>Microsoft Agent Framework の特長</vt:lpstr>
      <vt:lpstr>MCP サーバーと MCP クライアントの開発</vt:lpstr>
      <vt:lpstr>【参考】 AIエージェントのログ (LLMへの指示の例)</vt:lpstr>
      <vt:lpstr>チュートリアル https://github.com/Fujiwo/Shos.AIAgentSample/</vt:lpstr>
      <vt:lpstr>まとめ</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2018-02-01T05:31:23Z</dcterms:created>
  <dcterms:modified xsi:type="dcterms:W3CDTF">2025-10-20T07:10:07Z</dcterms:modified>
</cp:coreProperties>
</file>